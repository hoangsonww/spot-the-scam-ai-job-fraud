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Michroma"/>
      <p:regular r:id="rId16"/>
    </p:embeddedFont>
    <p:embeddedFont>
      <p:font typeface="Proxima Nova Semibold"/>
      <p:regular r:id="rId17"/>
      <p:bold r:id="rId18"/>
      <p:boldItalic r:id="rId19"/>
    </p:embeddedFont>
    <p:embeddedFont>
      <p:font typeface="PT Sans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ProximaNovaSemibold-regular.fntdata"/><Relationship Id="rId16" Type="http://schemas.openxmlformats.org/officeDocument/2006/relationships/font" Target="fonts/Michroma-regular.fntdata"/><Relationship Id="rId19" Type="http://schemas.openxmlformats.org/officeDocument/2006/relationships/font" Target="fonts/ProximaNovaSemibold-boldItalic.fntdata"/><Relationship Id="rId18" Type="http://schemas.openxmlformats.org/officeDocument/2006/relationships/font" Target="fonts/ProximaNov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55f27ea37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55f27ea37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285d324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285d324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Many AI/ML methods have been developed so far to identify fake job postings which show promising results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However certain ambiguous or poorly formatted job descriptions still present challenges for accurate identification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694452e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694452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We combine two Kaggle job-posting datasets and merge relevant text columns into a single feature called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text_all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On top of this, we train several classical models - logistic regression, linear SVM, LightGBM, and XGBoost - as well as a fine-tuned DistilBERT classifier.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All candidates are hyperparameter-tuned, calibrated where needed, and compared on a held-out validation set using F1.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best-performing calibrated model is then frozen and evaluated once on the test split.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Finally, we plug that model into a Gemini-based chatbot, which uses the conversation context plus job fields and model scores to explain whether a posting looks suspicious.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694452e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694452e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</a:t>
            </a:r>
            <a:r>
              <a:rPr lang="en"/>
              <a:t> compared several classical and transformer models on a held-out validation split.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calibrated ensemble_top3 model achieved the best validation F1, so I locked it in and ran it once on the test set.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you can see from the table, it keeps high precision and recall with only a modest F1 drop from validation to test, which suggests good generalization.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high ROC/PR AUC and low Brier scores also show that it ranks examples well and produces useful probability estimates.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e457854aed_0_9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e457854aed_0_9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768225" y="-2874300"/>
            <a:ext cx="13005336" cy="9387140"/>
            <a:chOff x="-768225" y="-2874300"/>
            <a:chExt cx="13005336" cy="938714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768225" y="-2874300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rot="-2299689">
              <a:off x="7504244" y="-12191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>
              <a:off x="-563532" y="46755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9583883">
              <a:off x="7543450" y="443396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1216950" y="1540325"/>
            <a:ext cx="6710100" cy="157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Michroma"/>
                <a:ea typeface="Michroma"/>
                <a:cs typeface="Michroma"/>
                <a:sym typeface="Michrom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307600" y="30418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-914400" y="-1397809"/>
            <a:ext cx="11405449" cy="5467542"/>
            <a:chOff x="-914400" y="-1397809"/>
            <a:chExt cx="11405449" cy="5467542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-914400" y="2690755"/>
              <a:ext cx="2699249" cy="812673"/>
              <a:chOff x="-762000" y="3038850"/>
              <a:chExt cx="2699249" cy="812673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26" name="Google Shape;26;p2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7" name="Google Shape;27;p2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" name="Google Shape;29;p2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190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" name="Google Shape;34;p2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p2"/>
          <p:cNvGrpSpPr/>
          <p:nvPr/>
        </p:nvGrpSpPr>
        <p:grpSpPr>
          <a:xfrm>
            <a:off x="3249844" y="480075"/>
            <a:ext cx="5301778" cy="4402424"/>
            <a:chOff x="3249844" y="480075"/>
            <a:chExt cx="5301778" cy="4402424"/>
          </a:xfrm>
        </p:grpSpPr>
        <p:sp>
          <p:nvSpPr>
            <p:cNvPr id="36" name="Google Shape;36;p2"/>
            <p:cNvSpPr/>
            <p:nvPr/>
          </p:nvSpPr>
          <p:spPr>
            <a:xfrm>
              <a:off x="3249844" y="48007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486310" y="26724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7636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>
            <p:ph type="title"/>
          </p:nvPr>
        </p:nvSpPr>
        <p:spPr>
          <a:xfrm>
            <a:off x="1267300" y="2416650"/>
            <a:ext cx="6609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3"/>
          <p:cNvSpPr txBox="1"/>
          <p:nvPr>
            <p:ph hasCustomPrompt="1" idx="2" type="title"/>
          </p:nvPr>
        </p:nvSpPr>
        <p:spPr>
          <a:xfrm>
            <a:off x="3676350" y="1498650"/>
            <a:ext cx="179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3" name="Google Shape;43;p3"/>
          <p:cNvGrpSpPr/>
          <p:nvPr/>
        </p:nvGrpSpPr>
        <p:grpSpPr>
          <a:xfrm>
            <a:off x="-1246625" y="-1477776"/>
            <a:ext cx="7712647" cy="8021590"/>
            <a:chOff x="-1246625" y="-1477776"/>
            <a:chExt cx="7712647" cy="8021590"/>
          </a:xfrm>
        </p:grpSpPr>
        <p:grpSp>
          <p:nvGrpSpPr>
            <p:cNvPr id="44" name="Google Shape;44;p3"/>
            <p:cNvGrpSpPr/>
            <p:nvPr/>
          </p:nvGrpSpPr>
          <p:grpSpPr>
            <a:xfrm rot="5400000">
              <a:off x="1807500" y="-624537"/>
              <a:ext cx="2519149" cy="812673"/>
              <a:chOff x="-762000" y="3038850"/>
              <a:chExt cx="2519149" cy="81267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" name="Google Shape;51;p3"/>
            <p:cNvGrpSpPr/>
            <p:nvPr/>
          </p:nvGrpSpPr>
          <p:grpSpPr>
            <a:xfrm flipH="1" rot="5400000">
              <a:off x="491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52" name="Google Shape;52;p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3" name="Google Shape;53;p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" name="Google Shape;55;p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-1246625" y="2866380"/>
              <a:ext cx="2461273" cy="638495"/>
              <a:chOff x="-762000" y="2284255"/>
              <a:chExt cx="2461273" cy="638495"/>
            </a:xfrm>
          </p:grpSpPr>
          <p:grpSp>
            <p:nvGrpSpPr>
              <p:cNvPr id="57" name="Google Shape;57;p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8" name="Google Shape;58;p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" name="Google Shape;59;p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" name="Google Shape;60;p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" name="Google Shape;61;p3"/>
          <p:cNvSpPr/>
          <p:nvPr/>
        </p:nvSpPr>
        <p:spPr>
          <a:xfrm flipH="1" rot="10800000">
            <a:off x="2711394" y="4678002"/>
            <a:ext cx="118821" cy="118847"/>
          </a:xfrm>
          <a:custGeom>
            <a:rect b="b" l="l" r="r" t="t"/>
            <a:pathLst>
              <a:path extrusionOk="0" h="4642" w="4641">
                <a:moveTo>
                  <a:pt x="0" y="1"/>
                </a:moveTo>
                <a:lnTo>
                  <a:pt x="0" y="4641"/>
                </a:lnTo>
                <a:lnTo>
                  <a:pt x="4641" y="4641"/>
                </a:lnTo>
                <a:lnTo>
                  <a:pt x="4641" y="1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3"/>
          <p:cNvGrpSpPr/>
          <p:nvPr/>
        </p:nvGrpSpPr>
        <p:grpSpPr>
          <a:xfrm>
            <a:off x="-3105926" y="-2497984"/>
            <a:ext cx="14319786" cy="8902576"/>
            <a:chOff x="-3105926" y="-2497984"/>
            <a:chExt cx="14319786" cy="8902576"/>
          </a:xfrm>
        </p:grpSpPr>
        <p:pic>
          <p:nvPicPr>
            <p:cNvPr id="63" name="Google Shape;63;p3"/>
            <p:cNvPicPr preferRelativeResize="0"/>
            <p:nvPr/>
          </p:nvPicPr>
          <p:blipFill rotWithShape="1">
            <a:blip r:embed="rId3">
              <a:alphaModFix/>
            </a:blip>
            <a:srcRect b="1923" l="0" r="0" t="1923"/>
            <a:stretch/>
          </p:blipFill>
          <p:spPr>
            <a:xfrm flipH="1" rot="2299689">
              <a:off x="-2901859" y="-1334215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039709" y="-238852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3">
              <a:alphaModFix/>
            </a:blip>
            <a:srcRect b="1913" l="0" r="0" t="1923"/>
            <a:stretch/>
          </p:blipFill>
          <p:spPr>
            <a:xfrm flipH="1">
              <a:off x="6989441" y="45231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4">
              <a:alphaModFix/>
            </a:blip>
            <a:srcRect b="4693" l="0" r="0" t="4702"/>
            <a:stretch/>
          </p:blipFill>
          <p:spPr>
            <a:xfrm rot="10800000">
              <a:off x="-154016" y="4662567"/>
              <a:ext cx="2256101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4"/>
          <p:cNvSpPr txBox="1"/>
          <p:nvPr>
            <p:ph idx="1" type="subTitle"/>
          </p:nvPr>
        </p:nvSpPr>
        <p:spPr>
          <a:xfrm>
            <a:off x="720000" y="1136904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71" name="Google Shape;71;p4"/>
          <p:cNvGrpSpPr/>
          <p:nvPr/>
        </p:nvGrpSpPr>
        <p:grpSpPr>
          <a:xfrm>
            <a:off x="-2580416" y="783212"/>
            <a:ext cx="13472465" cy="4017063"/>
            <a:chOff x="-2580416" y="783212"/>
            <a:chExt cx="13472465" cy="4017063"/>
          </a:xfrm>
        </p:grpSpPr>
        <p:grpSp>
          <p:nvGrpSpPr>
            <p:cNvPr id="72" name="Google Shape;72;p4"/>
            <p:cNvGrpSpPr/>
            <p:nvPr/>
          </p:nvGrpSpPr>
          <p:grpSpPr>
            <a:xfrm flipH="1">
              <a:off x="8430775" y="4161780"/>
              <a:ext cx="2461273" cy="638495"/>
              <a:chOff x="-762000" y="2284255"/>
              <a:chExt cx="2461273" cy="638495"/>
            </a:xfrm>
          </p:grpSpPr>
          <p:grpSp>
            <p:nvGrpSpPr>
              <p:cNvPr id="73" name="Google Shape;73;p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74" name="Google Shape;74;p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" name="Google Shape;76;p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4"/>
            <p:cNvGrpSpPr/>
            <p:nvPr/>
          </p:nvGrpSpPr>
          <p:grpSpPr>
            <a:xfrm flipH="1">
              <a:off x="-2580416" y="783212"/>
              <a:ext cx="3300415" cy="543321"/>
              <a:chOff x="5348025" y="3359050"/>
              <a:chExt cx="2031775" cy="334475"/>
            </a:xfrm>
          </p:grpSpPr>
          <p:grpSp>
            <p:nvGrpSpPr>
              <p:cNvPr id="78" name="Google Shape;78;p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79" name="Google Shape;79;p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1" name="Google Shape;81;p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" name="Google Shape;82;p4"/>
          <p:cNvGrpSpPr/>
          <p:nvPr/>
        </p:nvGrpSpPr>
        <p:grpSpPr>
          <a:xfrm>
            <a:off x="601625" y="1234814"/>
            <a:ext cx="8304235" cy="3618759"/>
            <a:chOff x="601625" y="1234814"/>
            <a:chExt cx="8304235" cy="3618759"/>
          </a:xfrm>
        </p:grpSpPr>
        <p:sp>
          <p:nvSpPr>
            <p:cNvPr id="83" name="Google Shape;83;p4"/>
            <p:cNvSpPr/>
            <p:nvPr/>
          </p:nvSpPr>
          <p:spPr>
            <a:xfrm>
              <a:off x="601625" y="470736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8840548" y="26805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8670480" y="12348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5618102" y="4819983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4"/>
          <p:cNvGrpSpPr/>
          <p:nvPr/>
        </p:nvGrpSpPr>
        <p:grpSpPr>
          <a:xfrm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88" name="Google Shape;88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434594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5"/>
          <p:cNvSpPr txBox="1"/>
          <p:nvPr>
            <p:ph idx="1" type="subTitle"/>
          </p:nvPr>
        </p:nvSpPr>
        <p:spPr>
          <a:xfrm>
            <a:off x="4804850" y="2264825"/>
            <a:ext cx="30210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5"/>
          <p:cNvSpPr txBox="1"/>
          <p:nvPr>
            <p:ph idx="2" type="subTitle"/>
          </p:nvPr>
        </p:nvSpPr>
        <p:spPr>
          <a:xfrm>
            <a:off x="1318150" y="2264822"/>
            <a:ext cx="30210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3" type="subTitle"/>
          </p:nvPr>
        </p:nvSpPr>
        <p:spPr>
          <a:xfrm>
            <a:off x="1318150" y="1879325"/>
            <a:ext cx="30210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96" name="Google Shape;96;p5"/>
          <p:cNvSpPr txBox="1"/>
          <p:nvPr>
            <p:ph idx="4" type="subTitle"/>
          </p:nvPr>
        </p:nvSpPr>
        <p:spPr>
          <a:xfrm>
            <a:off x="4804840" y="1879325"/>
            <a:ext cx="30210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97" name="Google Shape;97;p5"/>
          <p:cNvGrpSpPr/>
          <p:nvPr/>
        </p:nvGrpSpPr>
        <p:grpSpPr>
          <a:xfrm>
            <a:off x="-956760" y="-908610"/>
            <a:ext cx="11261135" cy="6621802"/>
            <a:chOff x="-956760" y="-908610"/>
            <a:chExt cx="11261135" cy="6621802"/>
          </a:xfrm>
        </p:grpSpPr>
        <p:pic>
          <p:nvPicPr>
            <p:cNvPr id="98" name="Google Shape;9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434594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75" y="39711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5"/>
          <p:cNvGrpSpPr/>
          <p:nvPr/>
        </p:nvGrpSpPr>
        <p:grpSpPr>
          <a:xfrm>
            <a:off x="-2580416" y="580380"/>
            <a:ext cx="13472465" cy="3794153"/>
            <a:chOff x="-2580416" y="580380"/>
            <a:chExt cx="13472465" cy="3794153"/>
          </a:xfrm>
        </p:grpSpPr>
        <p:grpSp>
          <p:nvGrpSpPr>
            <p:cNvPr id="101" name="Google Shape;101;p5"/>
            <p:cNvGrpSpPr/>
            <p:nvPr/>
          </p:nvGrpSpPr>
          <p:grpSpPr>
            <a:xfrm flipH="1">
              <a:off x="8430775" y="580380"/>
              <a:ext cx="2461273" cy="638495"/>
              <a:chOff x="-762000" y="2284255"/>
              <a:chExt cx="2461273" cy="638495"/>
            </a:xfrm>
          </p:grpSpPr>
          <p:grpSp>
            <p:nvGrpSpPr>
              <p:cNvPr id="102" name="Google Shape;102;p5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03" name="Google Shape;103;p5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5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5" name="Google Shape;105;p5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5"/>
            <p:cNvGrpSpPr/>
            <p:nvPr/>
          </p:nvGrpSpPr>
          <p:grpSpPr>
            <a:xfrm flipH="1">
              <a:off x="-2580416" y="3831212"/>
              <a:ext cx="3300415" cy="543321"/>
              <a:chOff x="5348025" y="3359050"/>
              <a:chExt cx="2031775" cy="334475"/>
            </a:xfrm>
          </p:grpSpPr>
          <p:grpSp>
            <p:nvGrpSpPr>
              <p:cNvPr id="107" name="Google Shape;107;p5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08" name="Google Shape;108;p5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5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0" name="Google Shape;110;p5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5"/>
          <p:cNvGrpSpPr/>
          <p:nvPr/>
        </p:nvGrpSpPr>
        <p:grpSpPr>
          <a:xfrm>
            <a:off x="303800" y="249788"/>
            <a:ext cx="8484197" cy="4641611"/>
            <a:chOff x="303800" y="249788"/>
            <a:chExt cx="8484197" cy="4641611"/>
          </a:xfrm>
        </p:grpSpPr>
        <p:sp>
          <p:nvSpPr>
            <p:cNvPr id="112" name="Google Shape;112;p5"/>
            <p:cNvSpPr/>
            <p:nvPr/>
          </p:nvSpPr>
          <p:spPr>
            <a:xfrm flipH="1">
              <a:off x="7680307" y="249788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 flipH="1">
              <a:off x="8722660" y="2983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flipH="1">
              <a:off x="303800" y="33820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flipH="1">
              <a:off x="2181951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flipH="1">
              <a:off x="2901180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0" name="Google Shape;120;p6"/>
          <p:cNvGrpSpPr/>
          <p:nvPr/>
        </p:nvGrpSpPr>
        <p:grpSpPr>
          <a:xfrm>
            <a:off x="-1733550" y="-2687759"/>
            <a:ext cx="14351661" cy="4559554"/>
            <a:chOff x="-1733550" y="-2687759"/>
            <a:chExt cx="14351661" cy="4559554"/>
          </a:xfrm>
        </p:grpSpPr>
        <p:pic>
          <p:nvPicPr>
            <p:cNvPr id="121" name="Google Shape;12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733550" y="-104906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6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rot="-2299689">
              <a:off x="7885244" y="-15239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6"/>
          <p:cNvGrpSpPr/>
          <p:nvPr/>
        </p:nvGrpSpPr>
        <p:grpSpPr>
          <a:xfrm>
            <a:off x="-2656616" y="2485380"/>
            <a:ext cx="13624865" cy="822353"/>
            <a:chOff x="-2656616" y="2485380"/>
            <a:chExt cx="13624865" cy="822353"/>
          </a:xfrm>
        </p:grpSpPr>
        <p:grpSp>
          <p:nvGrpSpPr>
            <p:cNvPr id="124" name="Google Shape;124;p6"/>
            <p:cNvGrpSpPr/>
            <p:nvPr/>
          </p:nvGrpSpPr>
          <p:grpSpPr>
            <a:xfrm flipH="1">
              <a:off x="8506975" y="2485380"/>
              <a:ext cx="2461273" cy="638495"/>
              <a:chOff x="-838200" y="2284255"/>
              <a:chExt cx="2461273" cy="638495"/>
            </a:xfrm>
          </p:grpSpPr>
          <p:grpSp>
            <p:nvGrpSpPr>
              <p:cNvPr id="125" name="Google Shape;125;p6"/>
              <p:cNvGrpSpPr/>
              <p:nvPr/>
            </p:nvGrpSpPr>
            <p:grpSpPr>
              <a:xfrm>
                <a:off x="-838200" y="2284255"/>
                <a:ext cx="2461273" cy="638495"/>
                <a:chOff x="-838200" y="2284255"/>
                <a:chExt cx="2461273" cy="638495"/>
              </a:xfrm>
            </p:grpSpPr>
            <p:sp>
              <p:nvSpPr>
                <p:cNvPr id="126" name="Google Shape;126;p6"/>
                <p:cNvSpPr/>
                <p:nvPr/>
              </p:nvSpPr>
              <p:spPr>
                <a:xfrm rot="-5400000">
                  <a:off x="1156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6"/>
                <p:cNvSpPr/>
                <p:nvPr/>
              </p:nvSpPr>
              <p:spPr>
                <a:xfrm rot="-5400000">
                  <a:off x="1335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8" name="Google Shape;128;p6"/>
              <p:cNvSpPr/>
              <p:nvPr/>
            </p:nvSpPr>
            <p:spPr>
              <a:xfrm rot="-5400000">
                <a:off x="14979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 flipH="1">
              <a:off x="-2656616" y="2764412"/>
              <a:ext cx="3300415" cy="543321"/>
              <a:chOff x="5348025" y="3359050"/>
              <a:chExt cx="2031775" cy="334475"/>
            </a:xfrm>
          </p:grpSpPr>
          <p:grpSp>
            <p:nvGrpSpPr>
              <p:cNvPr id="130" name="Google Shape;130;p6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31" name="Google Shape;131;p6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6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3" name="Google Shape;133;p6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6"/>
          <p:cNvGrpSpPr/>
          <p:nvPr/>
        </p:nvGrpSpPr>
        <p:grpSpPr>
          <a:xfrm>
            <a:off x="273905" y="1570902"/>
            <a:ext cx="8540487" cy="3404745"/>
            <a:chOff x="273905" y="1570902"/>
            <a:chExt cx="8540487" cy="3404745"/>
          </a:xfrm>
        </p:grpSpPr>
        <p:sp>
          <p:nvSpPr>
            <p:cNvPr id="135" name="Google Shape;135;p6"/>
            <p:cNvSpPr/>
            <p:nvPr/>
          </p:nvSpPr>
          <p:spPr>
            <a:xfrm>
              <a:off x="3665025" y="4910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715498" y="157090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273905" y="21038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8780802" y="4304683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>
            <p:ph type="title"/>
          </p:nvPr>
        </p:nvSpPr>
        <p:spPr>
          <a:xfrm>
            <a:off x="722375" y="448050"/>
            <a:ext cx="37857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1" type="subTitle"/>
          </p:nvPr>
        </p:nvSpPr>
        <p:spPr>
          <a:xfrm>
            <a:off x="713225" y="1675950"/>
            <a:ext cx="3785700" cy="25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Light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43" name="Google Shape;143;p7"/>
          <p:cNvSpPr/>
          <p:nvPr>
            <p:ph idx="2" type="pic"/>
          </p:nvPr>
        </p:nvSpPr>
        <p:spPr>
          <a:xfrm flipH="1">
            <a:off x="5221375" y="967050"/>
            <a:ext cx="3209400" cy="320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44" name="Google Shape;144;p7"/>
          <p:cNvGrpSpPr/>
          <p:nvPr/>
        </p:nvGrpSpPr>
        <p:grpSpPr>
          <a:xfrm>
            <a:off x="4724314" y="21212"/>
            <a:ext cx="4852335" cy="6909652"/>
            <a:chOff x="4724314" y="21212"/>
            <a:chExt cx="4852335" cy="6909652"/>
          </a:xfrm>
        </p:grpSpPr>
        <p:grpSp>
          <p:nvGrpSpPr>
            <p:cNvPr id="145" name="Google Shape;145;p7"/>
            <p:cNvGrpSpPr/>
            <p:nvPr/>
          </p:nvGrpSpPr>
          <p:grpSpPr>
            <a:xfrm rot="-5400000">
              <a:off x="3812925" y="5380980"/>
              <a:ext cx="2461273" cy="638495"/>
              <a:chOff x="-762000" y="2284255"/>
              <a:chExt cx="2461273" cy="638495"/>
            </a:xfrm>
          </p:grpSpPr>
          <p:grpSp>
            <p:nvGrpSpPr>
              <p:cNvPr id="146" name="Google Shape;146;p7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7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9" name="Google Shape;149;p7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7"/>
            <p:cNvGrpSpPr/>
            <p:nvPr/>
          </p:nvGrpSpPr>
          <p:grpSpPr>
            <a:xfrm>
              <a:off x="6276234" y="21212"/>
              <a:ext cx="3300415" cy="543321"/>
              <a:chOff x="5348025" y="3359050"/>
              <a:chExt cx="2031775" cy="334475"/>
            </a:xfrm>
          </p:grpSpPr>
          <p:grpSp>
            <p:nvGrpSpPr>
              <p:cNvPr id="151" name="Google Shape;151;p7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52" name="Google Shape;152;p7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7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4" name="Google Shape;154;p7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" name="Google Shape;155;p7"/>
          <p:cNvGrpSpPr/>
          <p:nvPr/>
        </p:nvGrpSpPr>
        <p:grpSpPr>
          <a:xfrm>
            <a:off x="273905" y="1189489"/>
            <a:ext cx="8679230" cy="3725258"/>
            <a:chOff x="273905" y="1189489"/>
            <a:chExt cx="8679230" cy="3725258"/>
          </a:xfrm>
        </p:grpSpPr>
        <p:sp>
          <p:nvSpPr>
            <p:cNvPr id="156" name="Google Shape;156;p7"/>
            <p:cNvSpPr/>
            <p:nvPr/>
          </p:nvSpPr>
          <p:spPr>
            <a:xfrm>
              <a:off x="6533000" y="48494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8887823" y="167595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273905" y="11894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7939302" y="47396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-1504950" y="-1811062"/>
            <a:ext cx="6568100" cy="9269638"/>
            <a:chOff x="-1504950" y="-1811062"/>
            <a:chExt cx="6568100" cy="9269638"/>
          </a:xfrm>
        </p:grpSpPr>
        <p:pic>
          <p:nvPicPr>
            <p:cNvPr id="161" name="Google Shape;16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300" y="4547925"/>
              <a:ext cx="4895850" cy="291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04950" y="-181106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8"/>
          <p:cNvGrpSpPr/>
          <p:nvPr/>
        </p:nvGrpSpPr>
        <p:grpSpPr>
          <a:xfrm flipH="1">
            <a:off x="139637" y="-1397809"/>
            <a:ext cx="7482922" cy="7941623"/>
            <a:chOff x="2017527" y="-1397809"/>
            <a:chExt cx="7482922" cy="7941623"/>
          </a:xfrm>
        </p:grpSpPr>
        <p:grpSp>
          <p:nvGrpSpPr>
            <p:cNvPr id="166" name="Google Shape;166;p8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167" name="Google Shape;167;p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68" name="Google Shape;168;p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" name="Google Shape;169;p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0" name="Google Shape;170;p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8"/>
            <p:cNvGrpSpPr/>
            <p:nvPr/>
          </p:nvGrpSpPr>
          <p:grpSpPr>
            <a:xfrm rot="-5400000">
              <a:off x="110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172" name="Google Shape;172;p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5" name="Google Shape;175;p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8"/>
            <p:cNvGrpSpPr/>
            <p:nvPr/>
          </p:nvGrpSpPr>
          <p:grpSpPr>
            <a:xfrm>
              <a:off x="6200034" y="3755012"/>
              <a:ext cx="3300415" cy="543321"/>
              <a:chOff x="5348025" y="3359050"/>
              <a:chExt cx="2031775" cy="334475"/>
            </a:xfrm>
          </p:grpSpPr>
          <p:grpSp>
            <p:nvGrpSpPr>
              <p:cNvPr id="177" name="Google Shape;177;p8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78" name="Google Shape;178;p8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8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0" name="Google Shape;180;p8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" name="Google Shape;181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82" name="Google Shape;182;p8"/>
          <p:cNvGrpSpPr/>
          <p:nvPr/>
        </p:nvGrpSpPr>
        <p:grpSpPr>
          <a:xfrm flipH="1">
            <a:off x="402664" y="2596290"/>
            <a:ext cx="2483221" cy="2286209"/>
            <a:chOff x="6754202" y="2596290"/>
            <a:chExt cx="2483221" cy="2286209"/>
          </a:xfrm>
        </p:grpSpPr>
        <p:sp>
          <p:nvSpPr>
            <p:cNvPr id="183" name="Google Shape;183;p8"/>
            <p:cNvSpPr/>
            <p:nvPr/>
          </p:nvSpPr>
          <p:spPr>
            <a:xfrm>
              <a:off x="9172110" y="25962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67542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8"/>
          <p:cNvGrpSpPr/>
          <p:nvPr/>
        </p:nvGrpSpPr>
        <p:grpSpPr>
          <a:xfrm flipH="1">
            <a:off x="-2520825" y="-901050"/>
            <a:ext cx="14681736" cy="9335734"/>
            <a:chOff x="-2520825" y="-901050"/>
            <a:chExt cx="14681736" cy="9335734"/>
          </a:xfrm>
        </p:grpSpPr>
        <p:pic>
          <p:nvPicPr>
            <p:cNvPr id="186" name="Google Shape;186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-2520825" y="338747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8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 flipH="1" rot="10800000">
              <a:off x="-910520" y="-90105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8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flipH="1" rot="-8500311">
              <a:off x="7428044" y="5038899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10800000">
              <a:off x="7772050" y="-8100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3" name="Google Shape;193;p9"/>
          <p:cNvGrpSpPr/>
          <p:nvPr/>
        </p:nvGrpSpPr>
        <p:grpSpPr>
          <a:xfrm flipH="1" rot="10800000">
            <a:off x="-1627625" y="-1431184"/>
            <a:ext cx="7712647" cy="8021590"/>
            <a:chOff x="-1246625" y="-1477776"/>
            <a:chExt cx="7712647" cy="8021590"/>
          </a:xfrm>
        </p:grpSpPr>
        <p:grpSp>
          <p:nvGrpSpPr>
            <p:cNvPr id="194" name="Google Shape;194;p9"/>
            <p:cNvGrpSpPr/>
            <p:nvPr/>
          </p:nvGrpSpPr>
          <p:grpSpPr>
            <a:xfrm rot="5400000">
              <a:off x="1807500" y="-624537"/>
              <a:ext cx="2519149" cy="812673"/>
              <a:chOff x="-762000" y="3038850"/>
              <a:chExt cx="2519149" cy="812673"/>
            </a:xfrm>
          </p:grpSpPr>
          <p:sp>
            <p:nvSpPr>
              <p:cNvPr id="195" name="Google Shape;195;p9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9"/>
            <p:cNvGrpSpPr/>
            <p:nvPr/>
          </p:nvGrpSpPr>
          <p:grpSpPr>
            <a:xfrm flipH="1" rot="5400000">
              <a:off x="491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202" name="Google Shape;202;p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03" name="Google Shape;203;p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5" name="Google Shape;205;p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" name="Google Shape;206;p9"/>
            <p:cNvGrpSpPr/>
            <p:nvPr/>
          </p:nvGrpSpPr>
          <p:grpSpPr>
            <a:xfrm>
              <a:off x="-1246625" y="2866380"/>
              <a:ext cx="2461273" cy="638495"/>
              <a:chOff x="-762000" y="2284255"/>
              <a:chExt cx="2461273" cy="638495"/>
            </a:xfrm>
          </p:grpSpPr>
          <p:grpSp>
            <p:nvGrpSpPr>
              <p:cNvPr id="207" name="Google Shape;207;p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08" name="Google Shape;208;p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" name="Google Shape;210;p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1" name="Google Shape;211;p9"/>
          <p:cNvSpPr/>
          <p:nvPr/>
        </p:nvSpPr>
        <p:spPr>
          <a:xfrm>
            <a:off x="2330394" y="315782"/>
            <a:ext cx="118821" cy="118847"/>
          </a:xfrm>
          <a:custGeom>
            <a:rect b="b" l="l" r="r" t="t"/>
            <a:pathLst>
              <a:path extrusionOk="0" h="4642" w="4641">
                <a:moveTo>
                  <a:pt x="0" y="1"/>
                </a:moveTo>
                <a:lnTo>
                  <a:pt x="0" y="4641"/>
                </a:lnTo>
                <a:lnTo>
                  <a:pt x="4641" y="4641"/>
                </a:lnTo>
                <a:lnTo>
                  <a:pt x="4641" y="1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9"/>
          <p:cNvGrpSpPr/>
          <p:nvPr/>
        </p:nvGrpSpPr>
        <p:grpSpPr>
          <a:xfrm flipH="1" rot="10800000">
            <a:off x="-3486926" y="-1291962"/>
            <a:ext cx="14319786" cy="8902576"/>
            <a:chOff x="-3105926" y="-2497984"/>
            <a:chExt cx="14319786" cy="8902576"/>
          </a:xfrm>
        </p:grpSpPr>
        <p:pic>
          <p:nvPicPr>
            <p:cNvPr id="213" name="Google Shape;213;p9"/>
            <p:cNvPicPr preferRelativeResize="0"/>
            <p:nvPr/>
          </p:nvPicPr>
          <p:blipFill rotWithShape="1">
            <a:blip r:embed="rId3">
              <a:alphaModFix/>
            </a:blip>
            <a:srcRect b="1923" l="0" r="0" t="1923"/>
            <a:stretch/>
          </p:blipFill>
          <p:spPr>
            <a:xfrm flipH="1" rot="2299689">
              <a:off x="-2901859" y="-1334215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039709" y="-238852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9"/>
            <p:cNvPicPr preferRelativeResize="0"/>
            <p:nvPr/>
          </p:nvPicPr>
          <p:blipFill rotWithShape="1">
            <a:blip r:embed="rId3">
              <a:alphaModFix/>
            </a:blip>
            <a:srcRect b="1913" l="0" r="0" t="1923"/>
            <a:stretch/>
          </p:blipFill>
          <p:spPr>
            <a:xfrm flipH="1">
              <a:off x="6989441" y="45231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9"/>
            <p:cNvPicPr preferRelativeResize="0"/>
            <p:nvPr/>
          </p:nvPicPr>
          <p:blipFill rotWithShape="1">
            <a:blip r:embed="rId4">
              <a:alphaModFix/>
            </a:blip>
            <a:srcRect b="4693" l="0" r="0" t="4702"/>
            <a:stretch/>
          </p:blipFill>
          <p:spPr>
            <a:xfrm rot="10800000">
              <a:off x="-154016" y="4662567"/>
              <a:ext cx="2256101" cy="174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 txBox="1"/>
          <p:nvPr>
            <p:ph hasCustomPrompt="1" type="title"/>
          </p:nvPr>
        </p:nvSpPr>
        <p:spPr>
          <a:xfrm>
            <a:off x="713250" y="1855950"/>
            <a:ext cx="7717500" cy="10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3" name="Google Shape;223;p11"/>
          <p:cNvSpPr txBox="1"/>
          <p:nvPr>
            <p:ph idx="1" type="subTitle"/>
          </p:nvPr>
        </p:nvSpPr>
        <p:spPr>
          <a:xfrm>
            <a:off x="1284025" y="2887350"/>
            <a:ext cx="657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24" name="Google Shape;224;p11"/>
          <p:cNvGrpSpPr/>
          <p:nvPr/>
        </p:nvGrpSpPr>
        <p:grpSpPr>
          <a:xfrm>
            <a:off x="6754202" y="3205890"/>
            <a:ext cx="2102221" cy="1676609"/>
            <a:chOff x="6754202" y="3205890"/>
            <a:chExt cx="2102221" cy="1676609"/>
          </a:xfrm>
        </p:grpSpPr>
        <p:sp>
          <p:nvSpPr>
            <p:cNvPr id="225" name="Google Shape;225;p11"/>
            <p:cNvSpPr/>
            <p:nvPr/>
          </p:nvSpPr>
          <p:spPr>
            <a:xfrm>
              <a:off x="8791110" y="32058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67542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1"/>
          <p:cNvGrpSpPr/>
          <p:nvPr/>
        </p:nvGrpSpPr>
        <p:grpSpPr>
          <a:xfrm>
            <a:off x="2017527" y="-1397809"/>
            <a:ext cx="7482922" cy="7941623"/>
            <a:chOff x="2017527" y="-1397809"/>
            <a:chExt cx="7482922" cy="7941623"/>
          </a:xfrm>
        </p:grpSpPr>
        <p:grpSp>
          <p:nvGrpSpPr>
            <p:cNvPr id="228" name="Google Shape;228;p11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229" name="Google Shape;229;p11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30" name="Google Shape;230;p11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11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2" name="Google Shape;232;p11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p11"/>
            <p:cNvGrpSpPr/>
            <p:nvPr/>
          </p:nvGrpSpPr>
          <p:grpSpPr>
            <a:xfrm rot="-5400000">
              <a:off x="110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234" name="Google Shape;234;p11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35" name="Google Shape;235;p11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1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7" name="Google Shape;237;p11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p11"/>
            <p:cNvGrpSpPr/>
            <p:nvPr/>
          </p:nvGrpSpPr>
          <p:grpSpPr>
            <a:xfrm>
              <a:off x="6200034" y="3755012"/>
              <a:ext cx="3300415" cy="543321"/>
              <a:chOff x="5348025" y="3359050"/>
              <a:chExt cx="2031775" cy="334475"/>
            </a:xfrm>
          </p:grpSpPr>
          <p:grpSp>
            <p:nvGrpSpPr>
              <p:cNvPr id="239" name="Google Shape;239;p11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240" name="Google Shape;240;p11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" name="Google Shape;241;p11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2" name="Google Shape;242;p11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11"/>
          <p:cNvGrpSpPr/>
          <p:nvPr/>
        </p:nvGrpSpPr>
        <p:grpSpPr>
          <a:xfrm>
            <a:off x="-2520825" y="-901050"/>
            <a:ext cx="14681736" cy="9335734"/>
            <a:chOff x="-2520825" y="-901050"/>
            <a:chExt cx="14681736" cy="9335734"/>
          </a:xfrm>
        </p:grpSpPr>
        <p:pic>
          <p:nvPicPr>
            <p:cNvPr id="244" name="Google Shape;24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-2520825" y="338747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1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 flipH="1" rot="10800000">
              <a:off x="-910520" y="-90105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1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flipH="1" rot="-8500311">
              <a:off x="7428044" y="5038899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10800000">
              <a:off x="7772050" y="-8100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" name="Google Shape;252;p13"/>
          <p:cNvSpPr txBox="1"/>
          <p:nvPr>
            <p:ph hasCustomPrompt="1" idx="2" type="title"/>
          </p:nvPr>
        </p:nvSpPr>
        <p:spPr>
          <a:xfrm>
            <a:off x="1522175" y="1501013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/>
          <p:nvPr>
            <p:ph hasCustomPrompt="1" idx="3" type="title"/>
          </p:nvPr>
        </p:nvSpPr>
        <p:spPr>
          <a:xfrm>
            <a:off x="1522325" y="2934438"/>
            <a:ext cx="10056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4" type="title"/>
          </p:nvPr>
        </p:nvSpPr>
        <p:spPr>
          <a:xfrm>
            <a:off x="4069050" y="1501021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5" type="title"/>
          </p:nvPr>
        </p:nvSpPr>
        <p:spPr>
          <a:xfrm>
            <a:off x="4069050" y="2934429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6" type="title"/>
          </p:nvPr>
        </p:nvSpPr>
        <p:spPr>
          <a:xfrm>
            <a:off x="6615925" y="1501021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7" type="title"/>
          </p:nvPr>
        </p:nvSpPr>
        <p:spPr>
          <a:xfrm>
            <a:off x="6615925" y="2934429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872375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59" name="Google Shape;259;p13"/>
          <p:cNvSpPr txBox="1"/>
          <p:nvPr>
            <p:ph idx="8" type="subTitle"/>
          </p:nvPr>
        </p:nvSpPr>
        <p:spPr>
          <a:xfrm>
            <a:off x="3419250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0" name="Google Shape;260;p13"/>
          <p:cNvSpPr txBox="1"/>
          <p:nvPr>
            <p:ph idx="9" type="subTitle"/>
          </p:nvPr>
        </p:nvSpPr>
        <p:spPr>
          <a:xfrm>
            <a:off x="5966125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1" name="Google Shape;261;p13"/>
          <p:cNvSpPr txBox="1"/>
          <p:nvPr>
            <p:ph idx="13" type="subTitle"/>
          </p:nvPr>
        </p:nvSpPr>
        <p:spPr>
          <a:xfrm>
            <a:off x="872375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2" name="Google Shape;262;p13"/>
          <p:cNvSpPr txBox="1"/>
          <p:nvPr>
            <p:ph idx="14" type="subTitle"/>
          </p:nvPr>
        </p:nvSpPr>
        <p:spPr>
          <a:xfrm>
            <a:off x="3419250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3" name="Google Shape;263;p13"/>
          <p:cNvSpPr txBox="1"/>
          <p:nvPr>
            <p:ph idx="15" type="subTitle"/>
          </p:nvPr>
        </p:nvSpPr>
        <p:spPr>
          <a:xfrm>
            <a:off x="5966125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264" name="Google Shape;264;p13"/>
          <p:cNvGrpSpPr/>
          <p:nvPr/>
        </p:nvGrpSpPr>
        <p:grpSpPr>
          <a:xfrm>
            <a:off x="-194575" y="1217175"/>
            <a:ext cx="11158999" cy="3811700"/>
            <a:chOff x="-179825" y="1217175"/>
            <a:chExt cx="11158999" cy="3811700"/>
          </a:xfrm>
        </p:grpSpPr>
        <p:grpSp>
          <p:nvGrpSpPr>
            <p:cNvPr id="265" name="Google Shape;265;p13"/>
            <p:cNvGrpSpPr/>
            <p:nvPr/>
          </p:nvGrpSpPr>
          <p:grpSpPr>
            <a:xfrm rot="10800000">
              <a:off x="8460025" y="1217175"/>
              <a:ext cx="2519149" cy="812673"/>
              <a:chOff x="-762000" y="3038850"/>
              <a:chExt cx="2519149" cy="812673"/>
            </a:xfrm>
          </p:grpSpPr>
          <p:sp>
            <p:nvSpPr>
              <p:cNvPr id="266" name="Google Shape;266;p13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" name="Google Shape;272;p13"/>
            <p:cNvGrpSpPr/>
            <p:nvPr/>
          </p:nvGrpSpPr>
          <p:grpSpPr>
            <a:xfrm>
              <a:off x="-179825" y="4390380"/>
              <a:ext cx="2461273" cy="638495"/>
              <a:chOff x="-762000" y="2284255"/>
              <a:chExt cx="2461273" cy="638495"/>
            </a:xfrm>
          </p:grpSpPr>
          <p:grpSp>
            <p:nvGrpSpPr>
              <p:cNvPr id="273" name="Google Shape;273;p1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74" name="Google Shape;274;p1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1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6" name="Google Shape;276;p1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7" name="Google Shape;277;p13"/>
          <p:cNvGrpSpPr/>
          <p:nvPr/>
        </p:nvGrpSpPr>
        <p:grpSpPr>
          <a:xfrm>
            <a:off x="303800" y="292414"/>
            <a:ext cx="8484197" cy="4598984"/>
            <a:chOff x="303800" y="292414"/>
            <a:chExt cx="8484197" cy="4598984"/>
          </a:xfrm>
        </p:grpSpPr>
        <p:sp>
          <p:nvSpPr>
            <p:cNvPr id="278" name="Google Shape;278;p13"/>
            <p:cNvSpPr/>
            <p:nvPr/>
          </p:nvSpPr>
          <p:spPr>
            <a:xfrm>
              <a:off x="470094" y="101772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303800" y="2983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8722685" y="33820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6876205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6157027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13"/>
          <p:cNvGrpSpPr/>
          <p:nvPr/>
        </p:nvGrpSpPr>
        <p:grpSpPr>
          <a:xfrm>
            <a:off x="-1531725" y="-756210"/>
            <a:ext cx="11836100" cy="1635845"/>
            <a:chOff x="-1531725" y="-756210"/>
            <a:chExt cx="11836100" cy="1635845"/>
          </a:xfrm>
        </p:grpSpPr>
        <p:pic>
          <p:nvPicPr>
            <p:cNvPr id="284" name="Google Shape;28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434594">
              <a:off x="7582939" y="-6191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31725" y="-703076"/>
              <a:ext cx="3736401" cy="134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9" name="Google Shape;289;p14"/>
          <p:cNvGrpSpPr/>
          <p:nvPr/>
        </p:nvGrpSpPr>
        <p:grpSpPr>
          <a:xfrm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290" name="Google Shape;290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14"/>
          <p:cNvGrpSpPr/>
          <p:nvPr/>
        </p:nvGrpSpPr>
        <p:grpSpPr>
          <a:xfrm>
            <a:off x="-1818416" y="1037580"/>
            <a:ext cx="13701065" cy="4022753"/>
            <a:chOff x="-1818416" y="1037580"/>
            <a:chExt cx="13701065" cy="4022753"/>
          </a:xfrm>
        </p:grpSpPr>
        <p:grpSp>
          <p:nvGrpSpPr>
            <p:cNvPr id="293" name="Google Shape;293;p14"/>
            <p:cNvGrpSpPr/>
            <p:nvPr/>
          </p:nvGrpSpPr>
          <p:grpSpPr>
            <a:xfrm>
              <a:off x="-1818416" y="1037580"/>
              <a:ext cx="2461273" cy="638495"/>
              <a:chOff x="-762000" y="2284255"/>
              <a:chExt cx="2461273" cy="638495"/>
            </a:xfrm>
          </p:grpSpPr>
          <p:grpSp>
            <p:nvGrpSpPr>
              <p:cNvPr id="294" name="Google Shape;294;p1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95" name="Google Shape;295;p1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1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7" name="Google Shape;297;p1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14"/>
            <p:cNvGrpSpPr/>
            <p:nvPr/>
          </p:nvGrpSpPr>
          <p:grpSpPr>
            <a:xfrm>
              <a:off x="8582233" y="4517012"/>
              <a:ext cx="3300415" cy="543321"/>
              <a:chOff x="5348025" y="3359050"/>
              <a:chExt cx="2031775" cy="334475"/>
            </a:xfrm>
          </p:grpSpPr>
          <p:grpSp>
            <p:nvGrpSpPr>
              <p:cNvPr id="299" name="Google Shape;299;p1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00" name="Google Shape;300;p1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2" name="Google Shape;302;p1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3" name="Google Shape;303;p14"/>
          <p:cNvGrpSpPr/>
          <p:nvPr/>
        </p:nvGrpSpPr>
        <p:grpSpPr>
          <a:xfrm>
            <a:off x="289625" y="1934464"/>
            <a:ext cx="8622497" cy="3031213"/>
            <a:chOff x="289625" y="1934464"/>
            <a:chExt cx="8622497" cy="3031213"/>
          </a:xfrm>
        </p:grpSpPr>
        <p:sp>
          <p:nvSpPr>
            <p:cNvPr id="304" name="Google Shape;304;p14"/>
            <p:cNvSpPr/>
            <p:nvPr/>
          </p:nvSpPr>
          <p:spPr>
            <a:xfrm>
              <a:off x="289625" y="438116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074973" y="490034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8878480" y="193446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3807477" y="490035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1" name="Google Shape;311;p15"/>
          <p:cNvGrpSpPr/>
          <p:nvPr/>
        </p:nvGrpSpPr>
        <p:grpSpPr>
          <a:xfrm>
            <a:off x="-1796150" y="0"/>
            <a:ext cx="12699099" cy="4803725"/>
            <a:chOff x="-1796150" y="0"/>
            <a:chExt cx="12699099" cy="4803725"/>
          </a:xfrm>
        </p:grpSpPr>
        <p:grpSp>
          <p:nvGrpSpPr>
            <p:cNvPr id="312" name="Google Shape;312;p15"/>
            <p:cNvGrpSpPr/>
            <p:nvPr/>
          </p:nvGrpSpPr>
          <p:grpSpPr>
            <a:xfrm flipH="1" rot="10800000">
              <a:off x="-1796150" y="0"/>
              <a:ext cx="2519149" cy="812673"/>
              <a:chOff x="-762000" y="3038850"/>
              <a:chExt cx="2519149" cy="812673"/>
            </a:xfrm>
          </p:grpSpPr>
          <p:sp>
            <p:nvSpPr>
              <p:cNvPr id="313" name="Google Shape;313;p15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5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15"/>
            <p:cNvGrpSpPr/>
            <p:nvPr/>
          </p:nvGrpSpPr>
          <p:grpSpPr>
            <a:xfrm flipH="1">
              <a:off x="8441676" y="4165230"/>
              <a:ext cx="2461273" cy="638495"/>
              <a:chOff x="-762000" y="2284255"/>
              <a:chExt cx="2461273" cy="638495"/>
            </a:xfrm>
          </p:grpSpPr>
          <p:grpSp>
            <p:nvGrpSpPr>
              <p:cNvPr id="320" name="Google Shape;320;p15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21" name="Google Shape;321;p15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15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3" name="Google Shape;323;p15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4" name="Google Shape;324;p15"/>
          <p:cNvGrpSpPr/>
          <p:nvPr/>
        </p:nvGrpSpPr>
        <p:grpSpPr>
          <a:xfrm>
            <a:off x="246415" y="1703514"/>
            <a:ext cx="8536935" cy="3239884"/>
            <a:chOff x="246415" y="1703514"/>
            <a:chExt cx="8536935" cy="3239884"/>
          </a:xfrm>
        </p:grpSpPr>
        <p:sp>
          <p:nvSpPr>
            <p:cNvPr id="325" name="Google Shape;325;p15"/>
            <p:cNvSpPr/>
            <p:nvPr/>
          </p:nvSpPr>
          <p:spPr>
            <a:xfrm flipH="1">
              <a:off x="8718012" y="20158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 flipH="1">
              <a:off x="246415" y="3140027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 flipH="1">
              <a:off x="341153" y="17035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 flipH="1">
              <a:off x="4593657" y="4909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15"/>
          <p:cNvGrpSpPr/>
          <p:nvPr/>
        </p:nvGrpSpPr>
        <p:grpSpPr>
          <a:xfrm>
            <a:off x="-804360" y="-680010"/>
            <a:ext cx="11108735" cy="6698002"/>
            <a:chOff x="-804360" y="-680010"/>
            <a:chExt cx="11108735" cy="6698002"/>
          </a:xfrm>
        </p:grpSpPr>
        <p:pic>
          <p:nvPicPr>
            <p:cNvPr id="330" name="Google Shape;33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7396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482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35" name="Google Shape;335;p16"/>
          <p:cNvSpPr txBox="1"/>
          <p:nvPr>
            <p:ph idx="1" type="body"/>
          </p:nvPr>
        </p:nvSpPr>
        <p:spPr>
          <a:xfrm>
            <a:off x="717750" y="1246325"/>
            <a:ext cx="77085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9" name="Google Shape;339;p17"/>
          <p:cNvGrpSpPr/>
          <p:nvPr/>
        </p:nvGrpSpPr>
        <p:grpSpPr>
          <a:xfrm>
            <a:off x="-956760" y="-908610"/>
            <a:ext cx="11261135" cy="6621802"/>
            <a:chOff x="-956760" y="-908610"/>
            <a:chExt cx="11261135" cy="6621802"/>
          </a:xfrm>
        </p:grpSpPr>
        <p:pic>
          <p:nvPicPr>
            <p:cNvPr id="340" name="Google Shape;34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39711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7"/>
          <p:cNvGrpSpPr/>
          <p:nvPr/>
        </p:nvGrpSpPr>
        <p:grpSpPr>
          <a:xfrm>
            <a:off x="-2580416" y="1418580"/>
            <a:ext cx="13472465" cy="2651153"/>
            <a:chOff x="-2580416" y="1418580"/>
            <a:chExt cx="13472465" cy="2651153"/>
          </a:xfrm>
        </p:grpSpPr>
        <p:grpSp>
          <p:nvGrpSpPr>
            <p:cNvPr id="343" name="Google Shape;343;p17"/>
            <p:cNvGrpSpPr/>
            <p:nvPr/>
          </p:nvGrpSpPr>
          <p:grpSpPr>
            <a:xfrm rot="10800000">
              <a:off x="8430775" y="1418580"/>
              <a:ext cx="2461273" cy="638495"/>
              <a:chOff x="-762000" y="2284255"/>
              <a:chExt cx="2461273" cy="638495"/>
            </a:xfrm>
          </p:grpSpPr>
          <p:grpSp>
            <p:nvGrpSpPr>
              <p:cNvPr id="344" name="Google Shape;344;p17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45" name="Google Shape;345;p17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17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7" name="Google Shape;347;p17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17"/>
            <p:cNvGrpSpPr/>
            <p:nvPr/>
          </p:nvGrpSpPr>
          <p:grpSpPr>
            <a:xfrm rot="10800000">
              <a:off x="-2580416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349" name="Google Shape;349;p17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50" name="Google Shape;350;p17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17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2" name="Google Shape;352;p17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" name="Google Shape;353;p17"/>
          <p:cNvGrpSpPr/>
          <p:nvPr/>
        </p:nvGrpSpPr>
        <p:grpSpPr>
          <a:xfrm>
            <a:off x="303800" y="173588"/>
            <a:ext cx="8484197" cy="4641611"/>
            <a:chOff x="227600" y="249788"/>
            <a:chExt cx="8484197" cy="4641611"/>
          </a:xfrm>
        </p:grpSpPr>
        <p:sp>
          <p:nvSpPr>
            <p:cNvPr id="354" name="Google Shape;354;p17"/>
            <p:cNvSpPr/>
            <p:nvPr/>
          </p:nvSpPr>
          <p:spPr>
            <a:xfrm flipH="1">
              <a:off x="7680307" y="249788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 flipH="1">
              <a:off x="8646460" y="2602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 flipH="1">
              <a:off x="227600" y="27724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 flipH="1">
              <a:off x="2181951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 flipH="1">
              <a:off x="2901180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17"/>
          <p:cNvSpPr txBox="1"/>
          <p:nvPr>
            <p:ph idx="1" type="body"/>
          </p:nvPr>
        </p:nvSpPr>
        <p:spPr>
          <a:xfrm>
            <a:off x="720000" y="1691525"/>
            <a:ext cx="37581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2" type="body"/>
          </p:nvPr>
        </p:nvSpPr>
        <p:spPr>
          <a:xfrm>
            <a:off x="4672675" y="1691525"/>
            <a:ext cx="37581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18"/>
          <p:cNvSpPr txBox="1"/>
          <p:nvPr>
            <p:ph idx="1" type="subTitle"/>
          </p:nvPr>
        </p:nvSpPr>
        <p:spPr>
          <a:xfrm>
            <a:off x="792808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18"/>
          <p:cNvSpPr txBox="1"/>
          <p:nvPr>
            <p:ph idx="2" type="subTitle"/>
          </p:nvPr>
        </p:nvSpPr>
        <p:spPr>
          <a:xfrm>
            <a:off x="3361183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6" name="Google Shape;366;p18"/>
          <p:cNvSpPr txBox="1"/>
          <p:nvPr>
            <p:ph idx="3" type="subTitle"/>
          </p:nvPr>
        </p:nvSpPr>
        <p:spPr>
          <a:xfrm>
            <a:off x="5929592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18"/>
          <p:cNvSpPr txBox="1"/>
          <p:nvPr>
            <p:ph idx="4" type="subTitle"/>
          </p:nvPr>
        </p:nvSpPr>
        <p:spPr>
          <a:xfrm>
            <a:off x="792808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5" type="subTitle"/>
          </p:nvPr>
        </p:nvSpPr>
        <p:spPr>
          <a:xfrm>
            <a:off x="3361187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6" type="subTitle"/>
          </p:nvPr>
        </p:nvSpPr>
        <p:spPr>
          <a:xfrm>
            <a:off x="5929592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370" name="Google Shape;370;p18"/>
          <p:cNvGrpSpPr/>
          <p:nvPr/>
        </p:nvGrpSpPr>
        <p:grpSpPr>
          <a:xfrm>
            <a:off x="-408425" y="4188975"/>
            <a:ext cx="10854199" cy="839900"/>
            <a:chOff x="-408425" y="4188975"/>
            <a:chExt cx="10854199" cy="839900"/>
          </a:xfrm>
        </p:grpSpPr>
        <p:grpSp>
          <p:nvGrpSpPr>
            <p:cNvPr id="371" name="Google Shape;371;p18"/>
            <p:cNvGrpSpPr/>
            <p:nvPr/>
          </p:nvGrpSpPr>
          <p:grpSpPr>
            <a:xfrm rot="10800000">
              <a:off x="7926625" y="4188975"/>
              <a:ext cx="2519149" cy="812673"/>
              <a:chOff x="-762000" y="3038850"/>
              <a:chExt cx="2519149" cy="812673"/>
            </a:xfrm>
          </p:grpSpPr>
          <p:sp>
            <p:nvSpPr>
              <p:cNvPr id="372" name="Google Shape;372;p18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-408425" y="4390380"/>
              <a:ext cx="2461273" cy="638495"/>
              <a:chOff x="-762000" y="2284255"/>
              <a:chExt cx="2461273" cy="638495"/>
            </a:xfrm>
          </p:grpSpPr>
          <p:grpSp>
            <p:nvGrpSpPr>
              <p:cNvPr id="379" name="Google Shape;379;p1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80" name="Google Shape;380;p1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2" name="Google Shape;382;p1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3" name="Google Shape;383;p18"/>
          <p:cNvGrpSpPr/>
          <p:nvPr/>
        </p:nvGrpSpPr>
        <p:grpSpPr>
          <a:xfrm>
            <a:off x="289600" y="984139"/>
            <a:ext cx="8573710" cy="3883609"/>
            <a:chOff x="289600" y="984139"/>
            <a:chExt cx="8573710" cy="3883609"/>
          </a:xfrm>
        </p:grpSpPr>
        <p:sp>
          <p:nvSpPr>
            <p:cNvPr id="384" name="Google Shape;384;p18"/>
            <p:cNvSpPr/>
            <p:nvPr/>
          </p:nvSpPr>
          <p:spPr>
            <a:xfrm>
              <a:off x="289600" y="32040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8797998" y="307385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8764355" y="98413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4526052" y="483415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8"/>
          <p:cNvGrpSpPr/>
          <p:nvPr/>
        </p:nvGrpSpPr>
        <p:grpSpPr>
          <a:xfrm>
            <a:off x="-1109160" y="-945958"/>
            <a:ext cx="11032535" cy="1749393"/>
            <a:chOff x="-1109160" y="-945958"/>
            <a:chExt cx="11032535" cy="1749393"/>
          </a:xfrm>
        </p:grpSpPr>
        <p:pic>
          <p:nvPicPr>
            <p:cNvPr id="389" name="Google Shape;38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0434594">
              <a:off x="7201939" y="-6953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09160" y="-9459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9"/>
          <p:cNvSpPr txBox="1"/>
          <p:nvPr>
            <p:ph type="title"/>
          </p:nvPr>
        </p:nvSpPr>
        <p:spPr>
          <a:xfrm>
            <a:off x="720000" y="445025"/>
            <a:ext cx="77109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19"/>
          <p:cNvSpPr txBox="1"/>
          <p:nvPr>
            <p:ph idx="1" type="subTitle"/>
          </p:nvPr>
        </p:nvSpPr>
        <p:spPr>
          <a:xfrm>
            <a:off x="907108" y="2111438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2" type="subTitle"/>
          </p:nvPr>
        </p:nvSpPr>
        <p:spPr>
          <a:xfrm>
            <a:off x="4641992" y="2111438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3" type="subTitle"/>
          </p:nvPr>
        </p:nvSpPr>
        <p:spPr>
          <a:xfrm>
            <a:off x="907108" y="3470663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4" type="subTitle"/>
          </p:nvPr>
        </p:nvSpPr>
        <p:spPr>
          <a:xfrm>
            <a:off x="4641992" y="3470663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5" type="subTitle"/>
          </p:nvPr>
        </p:nvSpPr>
        <p:spPr>
          <a:xfrm>
            <a:off x="907125" y="1725938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6" type="subTitle"/>
          </p:nvPr>
        </p:nvSpPr>
        <p:spPr>
          <a:xfrm>
            <a:off x="907109" y="3085163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7" type="subTitle"/>
          </p:nvPr>
        </p:nvSpPr>
        <p:spPr>
          <a:xfrm>
            <a:off x="4641975" y="1725938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8" type="subTitle"/>
          </p:nvPr>
        </p:nvSpPr>
        <p:spPr>
          <a:xfrm>
            <a:off x="4641975" y="3085163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402" name="Google Shape;402;p19"/>
          <p:cNvGrpSpPr/>
          <p:nvPr/>
        </p:nvGrpSpPr>
        <p:grpSpPr>
          <a:xfrm>
            <a:off x="-2580416" y="783212"/>
            <a:ext cx="13472465" cy="4017063"/>
            <a:chOff x="-2580416" y="783212"/>
            <a:chExt cx="13472465" cy="4017063"/>
          </a:xfrm>
        </p:grpSpPr>
        <p:grpSp>
          <p:nvGrpSpPr>
            <p:cNvPr id="403" name="Google Shape;403;p19"/>
            <p:cNvGrpSpPr/>
            <p:nvPr/>
          </p:nvGrpSpPr>
          <p:grpSpPr>
            <a:xfrm flipH="1">
              <a:off x="8430775" y="4161780"/>
              <a:ext cx="2461273" cy="638495"/>
              <a:chOff x="-762000" y="2284255"/>
              <a:chExt cx="2461273" cy="638495"/>
            </a:xfrm>
          </p:grpSpPr>
          <p:grpSp>
            <p:nvGrpSpPr>
              <p:cNvPr id="404" name="Google Shape;404;p1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405" name="Google Shape;405;p1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" name="Google Shape;406;p1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07" name="Google Shape;407;p1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8" name="Google Shape;408;p19"/>
            <p:cNvGrpSpPr/>
            <p:nvPr/>
          </p:nvGrpSpPr>
          <p:grpSpPr>
            <a:xfrm flipH="1">
              <a:off x="-2580416" y="783212"/>
              <a:ext cx="3300415" cy="543321"/>
              <a:chOff x="5348025" y="3359050"/>
              <a:chExt cx="2031775" cy="334475"/>
            </a:xfrm>
          </p:grpSpPr>
          <p:grpSp>
            <p:nvGrpSpPr>
              <p:cNvPr id="409" name="Google Shape;409;p19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410" name="Google Shape;410;p19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19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2" name="Google Shape;412;p19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" name="Google Shape;413;p19"/>
          <p:cNvGrpSpPr/>
          <p:nvPr/>
        </p:nvGrpSpPr>
        <p:grpSpPr>
          <a:xfrm>
            <a:off x="-1642560" y="-680010"/>
            <a:ext cx="12023135" cy="6698002"/>
            <a:chOff x="-1642560" y="-680010"/>
            <a:chExt cx="12023135" cy="6698002"/>
          </a:xfrm>
        </p:grpSpPr>
        <p:pic>
          <p:nvPicPr>
            <p:cNvPr id="414" name="Google Shape;41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365406">
              <a:off x="-15778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81244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19"/>
          <p:cNvGrpSpPr/>
          <p:nvPr/>
        </p:nvGrpSpPr>
        <p:grpSpPr>
          <a:xfrm>
            <a:off x="304925" y="229500"/>
            <a:ext cx="8449972" cy="4652999"/>
            <a:chOff x="304925" y="229500"/>
            <a:chExt cx="8449972" cy="4652999"/>
          </a:xfrm>
        </p:grpSpPr>
        <p:sp>
          <p:nvSpPr>
            <p:cNvPr id="417" name="Google Shape;417;p19"/>
            <p:cNvSpPr/>
            <p:nvPr/>
          </p:nvSpPr>
          <p:spPr>
            <a:xfrm>
              <a:off x="961744" y="229500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2393350" y="480028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8689585" y="268196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7656530" y="31476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57636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304925" y="31704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20"/>
          <p:cNvSpPr txBox="1"/>
          <p:nvPr>
            <p:ph idx="1" type="subTitle"/>
          </p:nvPr>
        </p:nvSpPr>
        <p:spPr>
          <a:xfrm>
            <a:off x="806794" y="180097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2" type="subTitle"/>
          </p:nvPr>
        </p:nvSpPr>
        <p:spPr>
          <a:xfrm>
            <a:off x="3385795" y="180098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3" type="subTitle"/>
          </p:nvPr>
        </p:nvSpPr>
        <p:spPr>
          <a:xfrm>
            <a:off x="806794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20"/>
          <p:cNvSpPr txBox="1"/>
          <p:nvPr>
            <p:ph idx="4" type="subTitle"/>
          </p:nvPr>
        </p:nvSpPr>
        <p:spPr>
          <a:xfrm>
            <a:off x="3385806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5" type="subTitle"/>
          </p:nvPr>
        </p:nvSpPr>
        <p:spPr>
          <a:xfrm>
            <a:off x="5964806" y="180098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6" type="subTitle"/>
          </p:nvPr>
        </p:nvSpPr>
        <p:spPr>
          <a:xfrm>
            <a:off x="5964806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7" type="subTitle"/>
          </p:nvPr>
        </p:nvSpPr>
        <p:spPr>
          <a:xfrm>
            <a:off x="806794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8" type="subTitle"/>
          </p:nvPr>
        </p:nvSpPr>
        <p:spPr>
          <a:xfrm>
            <a:off x="3385806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4" name="Google Shape;434;p20"/>
          <p:cNvSpPr txBox="1"/>
          <p:nvPr>
            <p:ph idx="9" type="subTitle"/>
          </p:nvPr>
        </p:nvSpPr>
        <p:spPr>
          <a:xfrm>
            <a:off x="5964806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5" name="Google Shape;435;p20"/>
          <p:cNvSpPr txBox="1"/>
          <p:nvPr>
            <p:ph idx="13" type="subTitle"/>
          </p:nvPr>
        </p:nvSpPr>
        <p:spPr>
          <a:xfrm>
            <a:off x="806794" y="2845800"/>
            <a:ext cx="23724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6" name="Google Shape;436;p20"/>
          <p:cNvSpPr txBox="1"/>
          <p:nvPr>
            <p:ph idx="14" type="subTitle"/>
          </p:nvPr>
        </p:nvSpPr>
        <p:spPr>
          <a:xfrm>
            <a:off x="3385795" y="2845800"/>
            <a:ext cx="2368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7" name="Google Shape;437;p20"/>
          <p:cNvSpPr txBox="1"/>
          <p:nvPr>
            <p:ph idx="15" type="subTitle"/>
          </p:nvPr>
        </p:nvSpPr>
        <p:spPr>
          <a:xfrm>
            <a:off x="5964806" y="2845800"/>
            <a:ext cx="2368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438" name="Google Shape;438;p20"/>
          <p:cNvGrpSpPr/>
          <p:nvPr/>
        </p:nvGrpSpPr>
        <p:grpSpPr>
          <a:xfrm>
            <a:off x="-1805925" y="226575"/>
            <a:ext cx="12708899" cy="4802300"/>
            <a:chOff x="-1805925" y="226575"/>
            <a:chExt cx="12708899" cy="4802300"/>
          </a:xfrm>
        </p:grpSpPr>
        <p:grpSp>
          <p:nvGrpSpPr>
            <p:cNvPr id="439" name="Google Shape;439;p20"/>
            <p:cNvGrpSpPr/>
            <p:nvPr/>
          </p:nvGrpSpPr>
          <p:grpSpPr>
            <a:xfrm>
              <a:off x="-1805925" y="4216202"/>
              <a:ext cx="2519149" cy="812673"/>
              <a:chOff x="-762000" y="3038850"/>
              <a:chExt cx="2519149" cy="812673"/>
            </a:xfrm>
          </p:grpSpPr>
          <p:sp>
            <p:nvSpPr>
              <p:cNvPr id="440" name="Google Shape;440;p20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" name="Google Shape;446;p20"/>
            <p:cNvGrpSpPr/>
            <p:nvPr/>
          </p:nvGrpSpPr>
          <p:grpSpPr>
            <a:xfrm rot="10800000">
              <a:off x="8441701" y="226575"/>
              <a:ext cx="2461273" cy="638495"/>
              <a:chOff x="-762000" y="2284255"/>
              <a:chExt cx="2461273" cy="638495"/>
            </a:xfrm>
          </p:grpSpPr>
          <p:grpSp>
            <p:nvGrpSpPr>
              <p:cNvPr id="447" name="Google Shape;447;p20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448" name="Google Shape;448;p20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0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50" name="Google Shape;450;p20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" name="Google Shape;451;p20"/>
          <p:cNvGrpSpPr/>
          <p:nvPr/>
        </p:nvGrpSpPr>
        <p:grpSpPr>
          <a:xfrm>
            <a:off x="227600" y="216214"/>
            <a:ext cx="8560397" cy="4706933"/>
            <a:chOff x="227600" y="216214"/>
            <a:chExt cx="8560397" cy="4706933"/>
          </a:xfrm>
        </p:grpSpPr>
        <p:sp>
          <p:nvSpPr>
            <p:cNvPr id="452" name="Google Shape;452;p20"/>
            <p:cNvSpPr/>
            <p:nvPr/>
          </p:nvSpPr>
          <p:spPr>
            <a:xfrm>
              <a:off x="317694" y="101772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27600" y="31357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8722685" y="32296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7028605" y="2162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6385627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919225" y="48578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" name="Google Shape;458;p20"/>
          <p:cNvGrpSpPr/>
          <p:nvPr/>
        </p:nvGrpSpPr>
        <p:grpSpPr>
          <a:xfrm>
            <a:off x="-1836525" y="-931676"/>
            <a:ext cx="11836100" cy="7069111"/>
            <a:chOff x="-1836525" y="-931676"/>
            <a:chExt cx="11836100" cy="7069111"/>
          </a:xfrm>
        </p:grpSpPr>
        <p:pic>
          <p:nvPicPr>
            <p:cNvPr id="459" name="Google Shape;4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434594">
              <a:off x="7278139" y="4638676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836525" y="-931676"/>
              <a:ext cx="3736401" cy="134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1"/>
          <p:cNvSpPr txBox="1"/>
          <p:nvPr>
            <p:ph hasCustomPrompt="1" type="title"/>
          </p:nvPr>
        </p:nvSpPr>
        <p:spPr>
          <a:xfrm>
            <a:off x="2186702" y="1999926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4" name="Google Shape;464;p21"/>
          <p:cNvSpPr txBox="1"/>
          <p:nvPr>
            <p:ph idx="1" type="subTitle"/>
          </p:nvPr>
        </p:nvSpPr>
        <p:spPr>
          <a:xfrm>
            <a:off x="2186702" y="2774574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5" name="Google Shape;465;p21"/>
          <p:cNvSpPr txBox="1"/>
          <p:nvPr>
            <p:ph hasCustomPrompt="1" idx="2" type="title"/>
          </p:nvPr>
        </p:nvSpPr>
        <p:spPr>
          <a:xfrm>
            <a:off x="2186698" y="580314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21"/>
          <p:cNvSpPr txBox="1"/>
          <p:nvPr>
            <p:ph idx="3" type="subTitle"/>
          </p:nvPr>
        </p:nvSpPr>
        <p:spPr>
          <a:xfrm>
            <a:off x="2186698" y="1355259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7" name="Google Shape;467;p21"/>
          <p:cNvSpPr txBox="1"/>
          <p:nvPr>
            <p:ph hasCustomPrompt="1" idx="4" type="title"/>
          </p:nvPr>
        </p:nvSpPr>
        <p:spPr>
          <a:xfrm>
            <a:off x="2186702" y="3419239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21"/>
          <p:cNvSpPr txBox="1"/>
          <p:nvPr>
            <p:ph idx="5" type="subTitle"/>
          </p:nvPr>
        </p:nvSpPr>
        <p:spPr>
          <a:xfrm>
            <a:off x="2186702" y="4193886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469" name="Google Shape;469;p21"/>
          <p:cNvGrpSpPr/>
          <p:nvPr/>
        </p:nvGrpSpPr>
        <p:grpSpPr>
          <a:xfrm>
            <a:off x="-1419966" y="707012"/>
            <a:ext cx="11713341" cy="2999236"/>
            <a:chOff x="-1419966" y="707012"/>
            <a:chExt cx="11713341" cy="2999236"/>
          </a:xfrm>
        </p:grpSpPr>
        <p:grpSp>
          <p:nvGrpSpPr>
            <p:cNvPr id="470" name="Google Shape;470;p21"/>
            <p:cNvGrpSpPr/>
            <p:nvPr/>
          </p:nvGrpSpPr>
          <p:grpSpPr>
            <a:xfrm flipH="1">
              <a:off x="-1419966" y="707012"/>
              <a:ext cx="3300415" cy="543321"/>
              <a:chOff x="5348025" y="3359050"/>
              <a:chExt cx="2031775" cy="334475"/>
            </a:xfrm>
          </p:grpSpPr>
          <p:grpSp>
            <p:nvGrpSpPr>
              <p:cNvPr id="471" name="Google Shape;471;p21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472" name="Google Shape;472;p21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74" name="Google Shape;474;p21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1"/>
            <p:cNvGrpSpPr/>
            <p:nvPr/>
          </p:nvGrpSpPr>
          <p:grpSpPr>
            <a:xfrm flipH="1">
              <a:off x="7774225" y="2893575"/>
              <a:ext cx="2519149" cy="812673"/>
              <a:chOff x="-762000" y="3038850"/>
              <a:chExt cx="2519149" cy="812673"/>
            </a:xfrm>
          </p:grpSpPr>
          <p:sp>
            <p:nvSpPr>
              <p:cNvPr id="476" name="Google Shape;476;p21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1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2" name="Google Shape;482;p21"/>
          <p:cNvGrpSpPr/>
          <p:nvPr/>
        </p:nvGrpSpPr>
        <p:grpSpPr>
          <a:xfrm>
            <a:off x="1397169" y="198446"/>
            <a:ext cx="1290428" cy="4730777"/>
            <a:chOff x="1397169" y="198446"/>
            <a:chExt cx="1290428" cy="4730777"/>
          </a:xfrm>
        </p:grpSpPr>
        <p:sp>
          <p:nvSpPr>
            <p:cNvPr id="483" name="Google Shape;483;p21"/>
            <p:cNvSpPr/>
            <p:nvPr/>
          </p:nvSpPr>
          <p:spPr>
            <a:xfrm flipH="1" rot="10800000">
              <a:off x="1397169" y="4810377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 flipH="1" rot="10800000">
              <a:off x="2622285" y="198446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-920224" y="-799612"/>
            <a:ext cx="10923150" cy="7038763"/>
            <a:chOff x="-920224" y="-799612"/>
            <a:chExt cx="10923150" cy="7038763"/>
          </a:xfrm>
        </p:grpSpPr>
        <p:pic>
          <p:nvPicPr>
            <p:cNvPr id="486" name="Google Shape;48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4725" y="-79961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-2394399" y="3131525"/>
              <a:ext cx="4581800" cy="1633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2"/>
          <p:cNvSpPr txBox="1"/>
          <p:nvPr>
            <p:ph type="title"/>
          </p:nvPr>
        </p:nvSpPr>
        <p:spPr>
          <a:xfrm>
            <a:off x="2347950" y="8772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1" name="Google Shape;491;p22"/>
          <p:cNvSpPr txBox="1"/>
          <p:nvPr>
            <p:ph idx="1" type="subTitle"/>
          </p:nvPr>
        </p:nvSpPr>
        <p:spPr>
          <a:xfrm>
            <a:off x="2347950" y="1800372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2"/>
          <p:cNvSpPr txBox="1"/>
          <p:nvPr/>
        </p:nvSpPr>
        <p:spPr>
          <a:xfrm>
            <a:off x="1994700" y="3432828"/>
            <a:ext cx="515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CREDITS: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 sz="1100" u="sng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93" name="Google Shape;493;p22"/>
          <p:cNvGrpSpPr/>
          <p:nvPr/>
        </p:nvGrpSpPr>
        <p:grpSpPr>
          <a:xfrm>
            <a:off x="-609600" y="-1855009"/>
            <a:ext cx="11481649" cy="5924742"/>
            <a:chOff x="-609600" y="-1855009"/>
            <a:chExt cx="11481649" cy="5924742"/>
          </a:xfrm>
        </p:grpSpPr>
        <p:grpSp>
          <p:nvGrpSpPr>
            <p:cNvPr id="494" name="Google Shape;494;p22"/>
            <p:cNvGrpSpPr/>
            <p:nvPr/>
          </p:nvGrpSpPr>
          <p:grpSpPr>
            <a:xfrm>
              <a:off x="-609600" y="2309755"/>
              <a:ext cx="2699249" cy="812673"/>
              <a:chOff x="-762000" y="3038850"/>
              <a:chExt cx="2699249" cy="812673"/>
            </a:xfrm>
          </p:grpSpPr>
          <p:sp>
            <p:nvSpPr>
              <p:cNvPr id="495" name="Google Shape;495;p22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2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1" name="Google Shape;501;p22"/>
            <p:cNvGrpSpPr/>
            <p:nvPr/>
          </p:nvGrpSpPr>
          <p:grpSpPr>
            <a:xfrm flipH="1" rot="-5400000">
              <a:off x="3889125" y="-943620"/>
              <a:ext cx="2461273" cy="638495"/>
              <a:chOff x="-762000" y="2284255"/>
              <a:chExt cx="2461273" cy="638495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05" name="Google Shape;505;p22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6" name="Google Shape;506;p22"/>
            <p:cNvGrpSpPr/>
            <p:nvPr/>
          </p:nvGrpSpPr>
          <p:grpSpPr>
            <a:xfrm>
              <a:off x="7571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07" name="Google Shape;507;p22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08" name="Google Shape;508;p22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22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0" name="Google Shape;510;p22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1" name="Google Shape;511;p22"/>
          <p:cNvGrpSpPr/>
          <p:nvPr/>
        </p:nvGrpSpPr>
        <p:grpSpPr>
          <a:xfrm>
            <a:off x="3402244" y="327675"/>
            <a:ext cx="5301778" cy="4537597"/>
            <a:chOff x="3402244" y="327675"/>
            <a:chExt cx="5301778" cy="4537597"/>
          </a:xfrm>
        </p:grpSpPr>
        <p:sp>
          <p:nvSpPr>
            <p:cNvPr id="512" name="Google Shape;512;p22"/>
            <p:cNvSpPr/>
            <p:nvPr/>
          </p:nvSpPr>
          <p:spPr>
            <a:xfrm>
              <a:off x="3402244" y="32767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4400425" y="47999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8638710" y="26724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2"/>
          <p:cNvGrpSpPr/>
          <p:nvPr/>
        </p:nvGrpSpPr>
        <p:grpSpPr>
          <a:xfrm>
            <a:off x="-996825" y="-2078159"/>
            <a:ext cx="12090936" cy="8254151"/>
            <a:chOff x="-996825" y="-2078159"/>
            <a:chExt cx="12090936" cy="8254151"/>
          </a:xfrm>
        </p:grpSpPr>
        <p:pic>
          <p:nvPicPr>
            <p:cNvPr id="516" name="Google Shape;516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10800000">
              <a:off x="-996825" y="-2036100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22"/>
            <p:cNvPicPr preferRelativeResize="0"/>
            <p:nvPr/>
          </p:nvPicPr>
          <p:blipFill rotWithShape="1">
            <a:blip r:embed="rId7">
              <a:alphaModFix/>
            </a:blip>
            <a:srcRect b="1923" l="0" r="0" t="1923"/>
            <a:stretch/>
          </p:blipFill>
          <p:spPr>
            <a:xfrm flipH="1" rot="-8500311">
              <a:off x="6361244" y="-9143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2"/>
            <p:cNvPicPr preferRelativeResize="0"/>
            <p:nvPr/>
          </p:nvPicPr>
          <p:blipFill rotWithShape="1">
            <a:blip r:embed="rId7">
              <a:alphaModFix/>
            </a:blip>
            <a:srcRect b="1913" l="0" r="0" t="1923"/>
            <a:stretch/>
          </p:blipFill>
          <p:spPr>
            <a:xfrm flipH="1" rot="10800000">
              <a:off x="-563532" y="42945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467250" y="44339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23"/>
          <p:cNvGrpSpPr/>
          <p:nvPr/>
        </p:nvGrpSpPr>
        <p:grpSpPr>
          <a:xfrm flipH="1" rot="10800000">
            <a:off x="-914400" y="1192991"/>
            <a:ext cx="11405449" cy="5467542"/>
            <a:chOff x="-914400" y="-1397809"/>
            <a:chExt cx="11405449" cy="5467542"/>
          </a:xfrm>
        </p:grpSpPr>
        <p:grpSp>
          <p:nvGrpSpPr>
            <p:cNvPr id="523" name="Google Shape;523;p23"/>
            <p:cNvGrpSpPr/>
            <p:nvPr/>
          </p:nvGrpSpPr>
          <p:grpSpPr>
            <a:xfrm>
              <a:off x="-914400" y="2690755"/>
              <a:ext cx="2699249" cy="812673"/>
              <a:chOff x="-762000" y="3038850"/>
              <a:chExt cx="2699249" cy="812673"/>
            </a:xfrm>
          </p:grpSpPr>
          <p:sp>
            <p:nvSpPr>
              <p:cNvPr id="524" name="Google Shape;524;p23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23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531" name="Google Shape;531;p2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32" name="Google Shape;532;p2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4" name="Google Shape;534;p2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23"/>
            <p:cNvGrpSpPr/>
            <p:nvPr/>
          </p:nvGrpSpPr>
          <p:grpSpPr>
            <a:xfrm>
              <a:off x="7190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36" name="Google Shape;536;p23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37" name="Google Shape;537;p23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9" name="Google Shape;539;p23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0" name="Google Shape;540;p23"/>
          <p:cNvGrpSpPr/>
          <p:nvPr/>
        </p:nvGrpSpPr>
        <p:grpSpPr>
          <a:xfrm flipH="1">
            <a:off x="-804360" y="-680010"/>
            <a:ext cx="11108735" cy="6698002"/>
            <a:chOff x="-804360" y="-680010"/>
            <a:chExt cx="11108735" cy="6698002"/>
          </a:xfrm>
        </p:grpSpPr>
        <p:pic>
          <p:nvPicPr>
            <p:cNvPr id="541" name="Google Shape;541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7396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482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24"/>
          <p:cNvGrpSpPr/>
          <p:nvPr/>
        </p:nvGrpSpPr>
        <p:grpSpPr>
          <a:xfrm flipH="1" rot="10800000">
            <a:off x="-2580416" y="1723380"/>
            <a:ext cx="13472465" cy="2651153"/>
            <a:chOff x="-2580416" y="1418580"/>
            <a:chExt cx="13472465" cy="2651153"/>
          </a:xfrm>
        </p:grpSpPr>
        <p:grpSp>
          <p:nvGrpSpPr>
            <p:cNvPr id="546" name="Google Shape;546;p24"/>
            <p:cNvGrpSpPr/>
            <p:nvPr/>
          </p:nvGrpSpPr>
          <p:grpSpPr>
            <a:xfrm rot="10800000">
              <a:off x="8430775" y="1418580"/>
              <a:ext cx="2461273" cy="638495"/>
              <a:chOff x="-762000" y="2284255"/>
              <a:chExt cx="2461273" cy="638495"/>
            </a:xfrm>
          </p:grpSpPr>
          <p:grpSp>
            <p:nvGrpSpPr>
              <p:cNvPr id="547" name="Google Shape;547;p2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48" name="Google Shape;548;p2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2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0" name="Google Shape;550;p2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24"/>
            <p:cNvGrpSpPr/>
            <p:nvPr/>
          </p:nvGrpSpPr>
          <p:grpSpPr>
            <a:xfrm rot="10800000">
              <a:off x="-2580416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52" name="Google Shape;552;p2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53" name="Google Shape;553;p2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2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5" name="Google Shape;555;p2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6" name="Google Shape;556;p24"/>
          <p:cNvGrpSpPr/>
          <p:nvPr/>
        </p:nvGrpSpPr>
        <p:grpSpPr>
          <a:xfrm flipH="1"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557" name="Google Shape;55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61" name="Google Shape;561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"/>
          <p:cNvSpPr txBox="1"/>
          <p:nvPr>
            <p:ph type="ctrTitle"/>
          </p:nvPr>
        </p:nvSpPr>
        <p:spPr>
          <a:xfrm>
            <a:off x="1216950" y="1216245"/>
            <a:ext cx="6710100" cy="8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Scam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570" name="Google Shape;570;p28"/>
          <p:cNvSpPr txBox="1"/>
          <p:nvPr>
            <p:ph idx="1" type="subTitle"/>
          </p:nvPr>
        </p:nvSpPr>
        <p:spPr>
          <a:xfrm>
            <a:off x="2211050" y="3040175"/>
            <a:ext cx="51036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Karakachian, David Pu, David Nguyen,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 Ananya Channamsetti, Lakshmi Gayathri Divakaruni</a:t>
            </a:r>
            <a:endParaRPr/>
          </a:p>
        </p:txBody>
      </p:sp>
      <p:grpSp>
        <p:nvGrpSpPr>
          <p:cNvPr id="571" name="Google Shape;571;p28"/>
          <p:cNvGrpSpPr/>
          <p:nvPr/>
        </p:nvGrpSpPr>
        <p:grpSpPr>
          <a:xfrm>
            <a:off x="2114425" y="1029889"/>
            <a:ext cx="5296847" cy="3301983"/>
            <a:chOff x="2114425" y="1029889"/>
            <a:chExt cx="5296847" cy="3301983"/>
          </a:xfrm>
        </p:grpSpPr>
        <p:sp>
          <p:nvSpPr>
            <p:cNvPr id="572" name="Google Shape;572;p28"/>
            <p:cNvSpPr/>
            <p:nvPr/>
          </p:nvSpPr>
          <p:spPr>
            <a:xfrm>
              <a:off x="2114425" y="42665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7377630" y="10298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28"/>
          <p:cNvGrpSpPr/>
          <p:nvPr/>
        </p:nvGrpSpPr>
        <p:grpSpPr>
          <a:xfrm flipH="1">
            <a:off x="4333800" y="4240481"/>
            <a:ext cx="476400" cy="253800"/>
            <a:chOff x="2781725" y="285750"/>
            <a:chExt cx="476400" cy="253800"/>
          </a:xfrm>
        </p:grpSpPr>
        <p:sp>
          <p:nvSpPr>
            <p:cNvPr id="575" name="Google Shape;575;p28"/>
            <p:cNvSpPr/>
            <p:nvPr/>
          </p:nvSpPr>
          <p:spPr>
            <a:xfrm>
              <a:off x="2781725" y="285750"/>
              <a:ext cx="476400" cy="253800"/>
            </a:xfrm>
            <a:prstGeom prst="wedgeRectCallout">
              <a:avLst>
                <a:gd fmla="val -18188" name="adj1"/>
                <a:gd fmla="val 86476" name="adj2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6" name="Google Shape;576;p28"/>
            <p:cNvGrpSpPr/>
            <p:nvPr/>
          </p:nvGrpSpPr>
          <p:grpSpPr>
            <a:xfrm>
              <a:off x="2881527" y="381562"/>
              <a:ext cx="276778" cy="62175"/>
              <a:chOff x="4508201" y="1661332"/>
              <a:chExt cx="1965756" cy="441583"/>
            </a:xfrm>
          </p:grpSpPr>
          <p:sp>
            <p:nvSpPr>
              <p:cNvPr id="577" name="Google Shape;577;p28"/>
              <p:cNvSpPr/>
              <p:nvPr/>
            </p:nvSpPr>
            <p:spPr>
              <a:xfrm>
                <a:off x="4508201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19857" y="12255"/>
                    </a:moveTo>
                    <a:cubicBezTo>
                      <a:pt x="18926" y="17530"/>
                      <a:pt x="13807" y="20943"/>
                      <a:pt x="8688" y="19857"/>
                    </a:cubicBezTo>
                    <a:cubicBezTo>
                      <a:pt x="3413" y="18926"/>
                      <a:pt x="0" y="13962"/>
                      <a:pt x="931" y="8687"/>
                    </a:cubicBezTo>
                    <a:cubicBezTo>
                      <a:pt x="1862" y="3413"/>
                      <a:pt x="6981" y="0"/>
                      <a:pt x="12256" y="931"/>
                    </a:cubicBezTo>
                    <a:cubicBezTo>
                      <a:pt x="17375" y="2017"/>
                      <a:pt x="20943" y="6981"/>
                      <a:pt x="19857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>
                <a:off x="5270277" y="1661332"/>
                <a:ext cx="441604" cy="441583"/>
              </a:xfrm>
              <a:custGeom>
                <a:rect b="b" l="l" r="r" t="t"/>
                <a:pathLst>
                  <a:path extrusionOk="0" h="20943" w="20944">
                    <a:moveTo>
                      <a:pt x="20012" y="12255"/>
                    </a:moveTo>
                    <a:cubicBezTo>
                      <a:pt x="18927" y="17530"/>
                      <a:pt x="13962" y="20943"/>
                      <a:pt x="8688" y="19857"/>
                    </a:cubicBezTo>
                    <a:cubicBezTo>
                      <a:pt x="3414" y="18926"/>
                      <a:pt x="1" y="13962"/>
                      <a:pt x="931" y="8687"/>
                    </a:cubicBezTo>
                    <a:cubicBezTo>
                      <a:pt x="2017" y="3413"/>
                      <a:pt x="6982" y="0"/>
                      <a:pt x="12256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>
                <a:off x="6032373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20012" y="12255"/>
                    </a:moveTo>
                    <a:cubicBezTo>
                      <a:pt x="19081" y="17530"/>
                      <a:pt x="13962" y="20943"/>
                      <a:pt x="8687" y="19857"/>
                    </a:cubicBezTo>
                    <a:cubicBezTo>
                      <a:pt x="3568" y="18926"/>
                      <a:pt x="0" y="13962"/>
                      <a:pt x="1086" y="8687"/>
                    </a:cubicBezTo>
                    <a:cubicBezTo>
                      <a:pt x="2017" y="3413"/>
                      <a:pt x="7136" y="0"/>
                      <a:pt x="12255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80" name="Google Shape;580;p28"/>
          <p:cNvSpPr txBox="1"/>
          <p:nvPr>
            <p:ph type="ctrTitle"/>
          </p:nvPr>
        </p:nvSpPr>
        <p:spPr>
          <a:xfrm>
            <a:off x="1216950" y="2296167"/>
            <a:ext cx="67101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Fraudulent</a:t>
            </a:r>
            <a:r>
              <a:rPr lang="en" sz="2000">
                <a:solidFill>
                  <a:schemeClr val="dk2"/>
                </a:solidFill>
              </a:rPr>
              <a:t> Job Posting Detector</a:t>
            </a:r>
            <a:endParaRPr b="0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"/>
          <p:cNvSpPr txBox="1"/>
          <p:nvPr>
            <p:ph type="title"/>
          </p:nvPr>
        </p:nvSpPr>
        <p:spPr>
          <a:xfrm>
            <a:off x="744775" y="117350"/>
            <a:ext cx="37857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86" name="Google Shape;586;p29"/>
          <p:cNvSpPr txBox="1"/>
          <p:nvPr>
            <p:ph idx="4294967295" type="body"/>
          </p:nvPr>
        </p:nvSpPr>
        <p:spPr>
          <a:xfrm>
            <a:off x="438775" y="934600"/>
            <a:ext cx="40917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Problem: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Technology has increased accessibility to information about employment opportunities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However, with this, there has also been an increase in </a:t>
            </a:r>
            <a:r>
              <a:rPr lang="en" sz="1400"/>
              <a:t>fraudulent</a:t>
            </a:r>
            <a:r>
              <a:rPr lang="en" sz="1400"/>
              <a:t> job postings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Collecting personal information, trying to take job seekers’ money through upfront fees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Our project: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Aim: Improve the accuracy of the identification of fraudulent job postings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Our solution: </a:t>
            </a:r>
            <a:r>
              <a:rPr lang="en" sz="1400"/>
              <a:t>full-stack application that applies both classical and transformer models to this modern problem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7" name="Google Shape;587;p29" title="ui2.png"/>
          <p:cNvPicPr preferRelativeResize="0"/>
          <p:nvPr/>
        </p:nvPicPr>
        <p:blipFill rotWithShape="1">
          <a:blip r:embed="rId3">
            <a:alphaModFix/>
          </a:blip>
          <a:srcRect b="0" l="3557" r="3566" t="0"/>
          <a:stretch/>
        </p:blipFill>
        <p:spPr>
          <a:xfrm>
            <a:off x="4752775" y="2566500"/>
            <a:ext cx="4229074" cy="248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9" title="u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763" y="75775"/>
            <a:ext cx="4229100" cy="24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0"/>
          <p:cNvSpPr txBox="1"/>
          <p:nvPr>
            <p:ph type="title"/>
          </p:nvPr>
        </p:nvSpPr>
        <p:spPr>
          <a:xfrm>
            <a:off x="713250" y="359400"/>
            <a:ext cx="43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94" name="Google Shape;594;p30"/>
          <p:cNvSpPr txBox="1"/>
          <p:nvPr>
            <p:ph idx="1" type="body"/>
          </p:nvPr>
        </p:nvSpPr>
        <p:spPr>
          <a:xfrm>
            <a:off x="544825" y="1048975"/>
            <a:ext cx="4274400" cy="33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Kaggle job-post datasets merged. Text fields combined into a single text_all feature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Classical models: Logistic Regression, Linear SVM, LightGBM, XGBoost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Transformer model: fine-tuned DistilBERT on text_all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All candidates tuned and ranked by validation F1; best calibrated model evaluated on test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Gemini API chatbot wraps the model using conversation history, job fields, and model outputs</a:t>
            </a:r>
            <a:endParaRPr sz="1300"/>
          </a:p>
        </p:txBody>
      </p:sp>
      <p:pic>
        <p:nvPicPr>
          <p:cNvPr id="595" name="Google Shape;595;p30" title="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350" y="254288"/>
            <a:ext cx="2799526" cy="463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1"/>
          <p:cNvSpPr txBox="1"/>
          <p:nvPr>
            <p:ph type="title"/>
          </p:nvPr>
        </p:nvSpPr>
        <p:spPr>
          <a:xfrm>
            <a:off x="720000" y="44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601" name="Google Shape;601;p31" title="Screenshot 2025-11-19 at 9.18.2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012" y="1498887"/>
            <a:ext cx="6468672" cy="1364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1"/>
          <p:cNvSpPr txBox="1"/>
          <p:nvPr>
            <p:ph idx="1" type="subTitle"/>
          </p:nvPr>
        </p:nvSpPr>
        <p:spPr>
          <a:xfrm>
            <a:off x="720000" y="3187077"/>
            <a:ext cx="77040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Validation winner: calibrated classical ensemble ensemble_top3, selected over transformer baselines by validation F1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Generalizes well: strong F1 on validation and test with high ROC/PR AUC and low Brier (see table)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2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08" name="Google Shape;608;p32"/>
          <p:cNvSpPr txBox="1"/>
          <p:nvPr/>
        </p:nvSpPr>
        <p:spPr>
          <a:xfrm>
            <a:off x="723400" y="1187975"/>
            <a:ext cx="7697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[1] Sultana Umme Habiba, Md Khairul Islam, and Farzana Tasnim. A comparative study on fake job post prediction using</a:t>
            </a:r>
            <a:r>
              <a:rPr lang="en" sz="1100">
                <a:solidFill>
                  <a:schemeClr val="lt1"/>
                </a:solidFill>
              </a:rPr>
              <a:t> </a:t>
            </a:r>
            <a:r>
              <a:rPr lang="en" sz="1100">
                <a:solidFill>
                  <a:schemeClr val="lt1"/>
                </a:solidFill>
              </a:rPr>
              <a:t>different data mining techniques. In 2021 </a:t>
            </a:r>
            <a:r>
              <a:rPr i="1" lang="en" sz="1100">
                <a:solidFill>
                  <a:schemeClr val="lt1"/>
                </a:solidFill>
              </a:rPr>
              <a:t>2nd international conference on robotics, electrical and signal processing techniques (ICREST)</a:t>
            </a:r>
            <a:r>
              <a:rPr lang="en" sz="1100">
                <a:solidFill>
                  <a:schemeClr val="lt1"/>
                </a:solidFill>
              </a:rPr>
              <a:t>, pages 543–546. IEEE, 2021.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[2] Vijay Madaan, Neha Sharma, Raghubeer Singh Bangari, and Srinivas Aluvala. Fraudulent job posting detection using logistic regression. In </a:t>
            </a:r>
            <a:r>
              <a:rPr i="1" lang="en" sz="1100">
                <a:solidFill>
                  <a:schemeClr val="lt1"/>
                </a:solidFill>
              </a:rPr>
              <a:t>2024 International Conference on Information Science and Communications Technologies (ICISCT)</a:t>
            </a:r>
            <a:r>
              <a:rPr lang="en" sz="1100">
                <a:solidFill>
                  <a:schemeClr val="lt1"/>
                </a:solidFill>
              </a:rPr>
              <a:t>, pages 1–6. IEEE, 2024.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[3] Gayathri Malaichamy, Cristina Hava Muntean, and Anderson Augusto Simiscuka. Online job posting authenticity prediction with machine and deep learning: Performance comparison between n-gram and tf-idf. In </a:t>
            </a:r>
            <a:r>
              <a:rPr i="1" lang="en" sz="1100">
                <a:solidFill>
                  <a:schemeClr val="lt1"/>
                </a:solidFill>
              </a:rPr>
              <a:t>International Conference on Deep Learning Theory and Applications</a:t>
            </a:r>
            <a:r>
              <a:rPr lang="en" sz="1100">
                <a:solidFill>
                  <a:schemeClr val="lt1"/>
                </a:solidFill>
              </a:rPr>
              <a:t>, pages 143–162. Springer, 2024.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[4] K Ramakrishna Reddy, G Indrani, N Pavan Kumar, and K Vamshi Krishna. Fake job posting detection using machine learning algorithms. In </a:t>
            </a:r>
            <a:r>
              <a:rPr i="1" lang="en" sz="1100">
                <a:solidFill>
                  <a:schemeClr val="lt1"/>
                </a:solidFill>
              </a:rPr>
              <a:t>2025 4th International Conference on Innovative Mechanisms for Industry Applications (ICIMIA)</a:t>
            </a:r>
            <a:r>
              <a:rPr lang="en" sz="1100">
                <a:solidFill>
                  <a:schemeClr val="lt1"/>
                </a:solidFill>
              </a:rPr>
              <a:t>, pages 822–827. IEEE, 2025.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[5] K. Suparna and R. Anil Kumar. A comparative study on fake job post prediction using different datamining techniques. </a:t>
            </a:r>
            <a:r>
              <a:rPr i="1" lang="en" sz="1100">
                <a:solidFill>
                  <a:schemeClr val="lt1"/>
                </a:solidFill>
              </a:rPr>
              <a:t>International Journal of Information Technology and Computer Engineering</a:t>
            </a:r>
            <a:r>
              <a:rPr lang="en" sz="1100">
                <a:solidFill>
                  <a:schemeClr val="lt1"/>
                </a:solidFill>
              </a:rPr>
              <a:t>, 12(3):317–323, 2024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3"/>
          <p:cNvSpPr txBox="1"/>
          <p:nvPr>
            <p:ph type="title"/>
          </p:nvPr>
        </p:nvSpPr>
        <p:spPr>
          <a:xfrm>
            <a:off x="2347950" y="18254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2496150" y="40058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7682430" y="1791889"/>
            <a:ext cx="33642" cy="33590"/>
          </a:xfrm>
          <a:custGeom>
            <a:rect b="b" l="l" r="r" t="t"/>
            <a:pathLst>
              <a:path extrusionOk="0" h="1312" w="1314">
                <a:moveTo>
                  <a:pt x="0" y="0"/>
                </a:moveTo>
                <a:lnTo>
                  <a:pt x="0" y="1311"/>
                </a:lnTo>
                <a:lnTo>
                  <a:pt x="1313" y="1311"/>
                </a:lnTo>
                <a:lnTo>
                  <a:pt x="1313" y="0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33"/>
          <p:cNvGrpSpPr/>
          <p:nvPr/>
        </p:nvGrpSpPr>
        <p:grpSpPr>
          <a:xfrm flipH="1">
            <a:off x="6696000" y="2444850"/>
            <a:ext cx="476400" cy="253800"/>
            <a:chOff x="2781725" y="285750"/>
            <a:chExt cx="476400" cy="253800"/>
          </a:xfrm>
        </p:grpSpPr>
        <p:sp>
          <p:nvSpPr>
            <p:cNvPr id="617" name="Google Shape;617;p33"/>
            <p:cNvSpPr/>
            <p:nvPr/>
          </p:nvSpPr>
          <p:spPr>
            <a:xfrm>
              <a:off x="2781725" y="285750"/>
              <a:ext cx="476400" cy="253800"/>
            </a:xfrm>
            <a:prstGeom prst="wedgeRectCallout">
              <a:avLst>
                <a:gd fmla="val -18188" name="adj1"/>
                <a:gd fmla="val 86476" name="adj2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8" name="Google Shape;618;p33"/>
            <p:cNvGrpSpPr/>
            <p:nvPr/>
          </p:nvGrpSpPr>
          <p:grpSpPr>
            <a:xfrm>
              <a:off x="2881527" y="381562"/>
              <a:ext cx="276778" cy="62175"/>
              <a:chOff x="4508201" y="1661332"/>
              <a:chExt cx="1965756" cy="441583"/>
            </a:xfrm>
          </p:grpSpPr>
          <p:sp>
            <p:nvSpPr>
              <p:cNvPr id="619" name="Google Shape;619;p33"/>
              <p:cNvSpPr/>
              <p:nvPr/>
            </p:nvSpPr>
            <p:spPr>
              <a:xfrm>
                <a:off x="4508201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19857" y="12255"/>
                    </a:moveTo>
                    <a:cubicBezTo>
                      <a:pt x="18926" y="17530"/>
                      <a:pt x="13807" y="20943"/>
                      <a:pt x="8688" y="19857"/>
                    </a:cubicBezTo>
                    <a:cubicBezTo>
                      <a:pt x="3413" y="18926"/>
                      <a:pt x="0" y="13962"/>
                      <a:pt x="931" y="8687"/>
                    </a:cubicBezTo>
                    <a:cubicBezTo>
                      <a:pt x="1862" y="3413"/>
                      <a:pt x="6981" y="0"/>
                      <a:pt x="12256" y="931"/>
                    </a:cubicBezTo>
                    <a:cubicBezTo>
                      <a:pt x="17375" y="2017"/>
                      <a:pt x="20943" y="6981"/>
                      <a:pt x="19857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5270277" y="1661332"/>
                <a:ext cx="441604" cy="441583"/>
              </a:xfrm>
              <a:custGeom>
                <a:rect b="b" l="l" r="r" t="t"/>
                <a:pathLst>
                  <a:path extrusionOk="0" h="20943" w="20944">
                    <a:moveTo>
                      <a:pt x="20012" y="12255"/>
                    </a:moveTo>
                    <a:cubicBezTo>
                      <a:pt x="18927" y="17530"/>
                      <a:pt x="13962" y="20943"/>
                      <a:pt x="8688" y="19857"/>
                    </a:cubicBezTo>
                    <a:cubicBezTo>
                      <a:pt x="3414" y="18926"/>
                      <a:pt x="1" y="13962"/>
                      <a:pt x="931" y="8687"/>
                    </a:cubicBezTo>
                    <a:cubicBezTo>
                      <a:pt x="2017" y="3413"/>
                      <a:pt x="6982" y="0"/>
                      <a:pt x="12256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6032373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20012" y="12255"/>
                    </a:moveTo>
                    <a:cubicBezTo>
                      <a:pt x="19081" y="17530"/>
                      <a:pt x="13962" y="20943"/>
                      <a:pt x="8687" y="19857"/>
                    </a:cubicBezTo>
                    <a:cubicBezTo>
                      <a:pt x="3568" y="18926"/>
                      <a:pt x="0" y="13962"/>
                      <a:pt x="1086" y="8687"/>
                    </a:cubicBezTo>
                    <a:cubicBezTo>
                      <a:pt x="2017" y="3413"/>
                      <a:pt x="7136" y="0"/>
                      <a:pt x="12255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Chatbot App Pitch Deck by Slidesgo">
  <a:themeElements>
    <a:clrScheme name="Simple Light">
      <a:dk1>
        <a:srgbClr val="D9D9D9"/>
      </a:dk1>
      <a:lt1>
        <a:srgbClr val="151C3E"/>
      </a:lt1>
      <a:dk2>
        <a:srgbClr val="08FF9D"/>
      </a:dk2>
      <a:lt2>
        <a:srgbClr val="5B4A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9D9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